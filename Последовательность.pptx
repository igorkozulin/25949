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9" r:id="rId3"/>
    <p:sldId id="280" r:id="rId4"/>
    <p:sldId id="281" r:id="rId5"/>
    <p:sldId id="256" r:id="rId6"/>
    <p:sldId id="257" r:id="rId7"/>
    <p:sldId id="258" r:id="rId8"/>
    <p:sldId id="27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37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9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58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4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97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60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01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21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94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22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30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A1079-0B63-4999-87D6-89412AF70172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33E2F-6E9D-4074-8DE7-7558FAC8A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9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5867400" cy="66018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900" dirty="0" smtClean="0"/>
              <a:t>ИНСТРУКЦИЯ: НАСТРОЙКА ПОДКЛЮЧЕНИЯ ЧЕРЕЗ CCfit.nsu.ru</a:t>
            </a:r>
          </a:p>
          <a:p>
            <a:r>
              <a:rPr lang="ru-RU" sz="900" dirty="0" smtClean="0"/>
              <a:t>ЭТАП 1: ГЕНЕРАЦИЯ SSH-КЛЮЧА НА ЛОКАЛЬНОМ КОМПЬЮТЕРЕ (WINDOWS)</a:t>
            </a:r>
          </a:p>
          <a:p>
            <a:r>
              <a:rPr lang="ru-RU" sz="900" dirty="0" smtClean="0"/>
              <a:t>1. Откройте </a:t>
            </a:r>
            <a:r>
              <a:rPr lang="ru-RU" sz="900" dirty="0" err="1" smtClean="0"/>
              <a:t>PowerShell</a:t>
            </a:r>
            <a:r>
              <a:rPr lang="ru-RU" sz="900" dirty="0" smtClean="0"/>
              <a:t> или терминал в </a:t>
            </a:r>
            <a:r>
              <a:rPr lang="ru-RU" sz="900" dirty="0" err="1" smtClean="0"/>
              <a:t>Visual</a:t>
            </a:r>
            <a:r>
              <a:rPr lang="ru-RU" sz="900" dirty="0" smtClean="0"/>
              <a:t> </a:t>
            </a:r>
            <a:r>
              <a:rPr lang="ru-RU" sz="900" dirty="0" err="1" smtClean="0"/>
              <a:t>Studio</a:t>
            </a:r>
            <a:r>
              <a:rPr lang="ru-RU" sz="900" dirty="0" smtClean="0"/>
              <a:t> </a:t>
            </a:r>
            <a:r>
              <a:rPr lang="ru-RU" sz="900" dirty="0" err="1" smtClean="0"/>
              <a:t>Code</a:t>
            </a:r>
            <a:r>
              <a:rPr lang="ru-RU" sz="900" dirty="0" smtClean="0"/>
              <a:t>.</a:t>
            </a:r>
          </a:p>
          <a:p>
            <a:r>
              <a:rPr lang="ru-RU" sz="900" dirty="0" smtClean="0"/>
              <a:t>2. Сгенерируйте новый RSA-ключ (если его еще нет):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ssh-keygen</a:t>
            </a:r>
            <a:r>
              <a:rPr lang="ru-RU" sz="900" dirty="0" smtClean="0"/>
              <a:t> -t </a:t>
            </a:r>
            <a:r>
              <a:rPr lang="ru-RU" sz="900" dirty="0" err="1" smtClean="0"/>
              <a:t>rsa</a:t>
            </a:r>
            <a:r>
              <a:rPr lang="ru-RU" sz="900" dirty="0" smtClean="0"/>
              <a:t> -b 4096</a:t>
            </a:r>
          </a:p>
          <a:p>
            <a:r>
              <a:rPr lang="ru-RU" sz="900" dirty="0" smtClean="0"/>
              <a:t>RSA-ключ в данном контексте используется для безопасной аутентификации при подключении по SSH (например, к серверу ccfit.nsu.ru)</a:t>
            </a:r>
          </a:p>
          <a:p>
            <a:r>
              <a:rPr lang="ru-RU" sz="900" dirty="0" smtClean="0"/>
              <a:t>   - При запросе пути нажмите </a:t>
            </a:r>
            <a:r>
              <a:rPr lang="ru-RU" sz="900" dirty="0" err="1" smtClean="0"/>
              <a:t>Enter</a:t>
            </a:r>
            <a:r>
              <a:rPr lang="ru-RU" sz="900" dirty="0" smtClean="0"/>
              <a:t> (по умолчанию: C:\Users\1\.ssh\id_rsa)</a:t>
            </a:r>
          </a:p>
          <a:p>
            <a:r>
              <a:rPr lang="ru-RU" sz="900" dirty="0" smtClean="0"/>
              <a:t>   - При запросе </a:t>
            </a:r>
            <a:r>
              <a:rPr lang="ru-RU" sz="900" dirty="0" err="1" smtClean="0"/>
              <a:t>passphrase</a:t>
            </a:r>
            <a:r>
              <a:rPr lang="ru-RU" sz="900" dirty="0" smtClean="0"/>
              <a:t> можно оставить пустым (нажмите </a:t>
            </a:r>
            <a:r>
              <a:rPr lang="ru-RU" sz="900" dirty="0" err="1" smtClean="0"/>
              <a:t>Enter</a:t>
            </a:r>
            <a:r>
              <a:rPr lang="ru-RU" sz="900" dirty="0" smtClean="0"/>
              <a:t> дважды)</a:t>
            </a:r>
          </a:p>
          <a:p>
            <a:r>
              <a:rPr lang="ru-RU" sz="900" dirty="0" smtClean="0"/>
              <a:t>3. Проверьте, что ключ создан: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type</a:t>
            </a:r>
            <a:r>
              <a:rPr lang="ru-RU" sz="900" dirty="0" smtClean="0"/>
              <a:t> ~/.</a:t>
            </a:r>
            <a:r>
              <a:rPr lang="ru-RU" sz="900" dirty="0" err="1" smtClean="0"/>
              <a:t>ssh</a:t>
            </a:r>
            <a:r>
              <a:rPr lang="ru-RU" sz="900" dirty="0" smtClean="0"/>
              <a:t>/id_rsa.pub</a:t>
            </a:r>
          </a:p>
          <a:p>
            <a:r>
              <a:rPr lang="ru-RU" sz="900" dirty="0" smtClean="0"/>
              <a:t>   Вы увидите строку, начинающуюся с "</a:t>
            </a:r>
            <a:r>
              <a:rPr lang="ru-RU" sz="900" dirty="0" err="1" smtClean="0"/>
              <a:t>ssh-rsa</a:t>
            </a:r>
            <a:r>
              <a:rPr lang="ru-RU" sz="900" dirty="0" smtClean="0"/>
              <a:t> AAAAB3NzaC1...". </a:t>
            </a:r>
          </a:p>
          <a:p>
            <a:r>
              <a:rPr lang="ru-RU" sz="900" dirty="0" smtClean="0"/>
              <a:t>   Скопируйте весь этот ключ полностью в буфер обмена (выделите и </a:t>
            </a:r>
            <a:r>
              <a:rPr lang="ru-RU" sz="900" dirty="0" err="1" smtClean="0"/>
              <a:t>Ctrl+C</a:t>
            </a:r>
            <a:r>
              <a:rPr lang="ru-RU" sz="900" dirty="0" smtClean="0"/>
              <a:t>).</a:t>
            </a:r>
          </a:p>
          <a:p>
            <a:r>
              <a:rPr lang="ru-RU" sz="900" dirty="0" smtClean="0"/>
              <a:t>-----------------------------------------------------------------------------</a:t>
            </a:r>
          </a:p>
          <a:p>
            <a:r>
              <a:rPr lang="ru-RU" sz="900" dirty="0" smtClean="0"/>
              <a:t>ЭТАП 2: ДОБАВЛЕНИЕ КЛЮЧА НА СЕРВЕР CCfit.nsu.ru</a:t>
            </a:r>
          </a:p>
          <a:p>
            <a:r>
              <a:rPr lang="ru-RU" sz="900" dirty="0" smtClean="0"/>
              <a:t>1. Подключитесь к серверу (потребуется ввести пароль):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ssh</a:t>
            </a:r>
            <a:r>
              <a:rPr lang="ru-RU" sz="900" dirty="0" smtClean="0"/>
              <a:t> i.kozulin@ccfit.nsu.ru</a:t>
            </a:r>
          </a:p>
          <a:p>
            <a:r>
              <a:rPr lang="ru-RU" sz="900" b="1" dirty="0" smtClean="0">
                <a:solidFill>
                  <a:srgbClr val="FF0000"/>
                </a:solidFill>
              </a:rPr>
              <a:t>2. !Если в терминале вместо букв отображаются ромбики/иероглифы, выполните:</a:t>
            </a:r>
          </a:p>
          <a:p>
            <a:r>
              <a:rPr lang="ru-RU" sz="900" b="1" dirty="0" smtClean="0">
                <a:solidFill>
                  <a:srgbClr val="FF0000"/>
                </a:solidFill>
              </a:rPr>
              <a:t>   </a:t>
            </a:r>
            <a:r>
              <a:rPr lang="ru-RU" sz="900" b="1" dirty="0" err="1" smtClean="0">
                <a:solidFill>
                  <a:srgbClr val="FF0000"/>
                </a:solidFill>
              </a:rPr>
              <a:t>export</a:t>
            </a:r>
            <a:r>
              <a:rPr lang="ru-RU" sz="900" b="1" dirty="0" smtClean="0">
                <a:solidFill>
                  <a:srgbClr val="FF0000"/>
                </a:solidFill>
              </a:rPr>
              <a:t> LC_ALL=C</a:t>
            </a:r>
            <a:endParaRPr lang="ru-RU" sz="900" dirty="0" smtClean="0">
              <a:solidFill>
                <a:srgbClr val="FF0000"/>
              </a:solidFill>
            </a:endParaRPr>
          </a:p>
          <a:p>
            <a:r>
              <a:rPr lang="ru-RU" sz="900" dirty="0" smtClean="0">
                <a:solidFill>
                  <a:srgbClr val="FF0000"/>
                </a:solidFill>
              </a:rPr>
              <a:t>   Это переключит интерфейс на английский язык.</a:t>
            </a:r>
            <a:endParaRPr lang="ru-RU" sz="900" dirty="0" smtClean="0"/>
          </a:p>
          <a:p>
            <a:r>
              <a:rPr lang="ru-RU" sz="900" dirty="0" smtClean="0"/>
              <a:t>3. Создайте директорию .</a:t>
            </a:r>
            <a:r>
              <a:rPr lang="ru-RU" sz="900" dirty="0" err="1" smtClean="0"/>
              <a:t>ssh</a:t>
            </a:r>
            <a:r>
              <a:rPr lang="ru-RU" sz="900" dirty="0" smtClean="0"/>
              <a:t> и установите права:</a:t>
            </a:r>
          </a:p>
          <a:p>
            <a:r>
              <a:rPr lang="ru-RU" sz="900" dirty="0" smtClean="0"/>
              <a:t># Создаем директорию .</a:t>
            </a:r>
            <a:r>
              <a:rPr lang="ru-RU" sz="900" dirty="0" err="1" smtClean="0"/>
              <a:t>ssh</a:t>
            </a:r>
            <a:r>
              <a:rPr lang="ru-RU" sz="900" dirty="0" smtClean="0"/>
              <a:t> в домашней папке пользователя.</a:t>
            </a:r>
          </a:p>
          <a:p>
            <a:r>
              <a:rPr lang="ru-RU" sz="900" dirty="0" err="1" smtClean="0"/>
              <a:t>mkdir</a:t>
            </a:r>
            <a:r>
              <a:rPr lang="ru-RU" sz="900" dirty="0" smtClean="0"/>
              <a:t> -p ~/.</a:t>
            </a:r>
            <a:r>
              <a:rPr lang="ru-RU" sz="900" dirty="0" err="1" smtClean="0"/>
              <a:t>ssh</a:t>
            </a:r>
            <a:endParaRPr lang="ru-RU" sz="900" dirty="0" smtClean="0"/>
          </a:p>
          <a:p>
            <a:r>
              <a:rPr lang="ru-RU" sz="900" dirty="0" smtClean="0"/>
              <a:t># Устанавливаем права доступа 700 (</a:t>
            </a:r>
            <a:r>
              <a:rPr lang="ru-RU" sz="900" dirty="0" err="1" smtClean="0"/>
              <a:t>rwx</a:t>
            </a:r>
            <a:r>
              <a:rPr lang="ru-RU" sz="900" dirty="0" smtClean="0"/>
              <a:t>------) для директории .</a:t>
            </a:r>
            <a:r>
              <a:rPr lang="ru-RU" sz="900" dirty="0" err="1" smtClean="0"/>
              <a:t>ssh</a:t>
            </a:r>
            <a:r>
              <a:rPr lang="ru-RU" sz="900" dirty="0" smtClean="0"/>
              <a:t>.</a:t>
            </a:r>
          </a:p>
          <a:p>
            <a:r>
              <a:rPr lang="ru-RU" sz="900" dirty="0" err="1" smtClean="0"/>
              <a:t>chmod</a:t>
            </a:r>
            <a:r>
              <a:rPr lang="ru-RU" sz="900" dirty="0" smtClean="0"/>
              <a:t> 700 ~/.</a:t>
            </a:r>
            <a:r>
              <a:rPr lang="ru-RU" sz="900" dirty="0" err="1" smtClean="0"/>
              <a:t>ssh</a:t>
            </a:r>
            <a:endParaRPr lang="ru-RU" sz="900" dirty="0" smtClean="0"/>
          </a:p>
          <a:p>
            <a:r>
              <a:rPr lang="ru-RU" sz="900" dirty="0" smtClean="0"/>
              <a:t>4. Откройте файл </a:t>
            </a:r>
            <a:r>
              <a:rPr lang="ru-RU" sz="900" dirty="0" err="1" smtClean="0"/>
              <a:t>authorized_keys</a:t>
            </a:r>
            <a:r>
              <a:rPr lang="ru-RU" sz="900" dirty="0" smtClean="0"/>
              <a:t> для редактирования: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nano</a:t>
            </a:r>
            <a:r>
              <a:rPr lang="ru-RU" sz="900" dirty="0" smtClean="0"/>
              <a:t> ~/.</a:t>
            </a:r>
            <a:r>
              <a:rPr lang="ru-RU" sz="900" dirty="0" err="1" smtClean="0"/>
              <a:t>ssh</a:t>
            </a:r>
            <a:r>
              <a:rPr lang="ru-RU" sz="900" dirty="0" smtClean="0"/>
              <a:t>/</a:t>
            </a:r>
            <a:r>
              <a:rPr lang="ru-RU" sz="900" dirty="0" err="1" smtClean="0"/>
              <a:t>authorized_keys</a:t>
            </a:r>
            <a:endParaRPr lang="ru-RU" sz="900" dirty="0" smtClean="0"/>
          </a:p>
          <a:p>
            <a:r>
              <a:rPr lang="ru-RU" sz="900" dirty="0" smtClean="0"/>
              <a:t>5. Вставьте скопированный публичный ключ:</a:t>
            </a:r>
          </a:p>
          <a:p>
            <a:r>
              <a:rPr lang="ru-RU" sz="900" dirty="0" smtClean="0"/>
              <a:t>   - Нажмите правую кнопку мыши или </a:t>
            </a:r>
            <a:r>
              <a:rPr lang="ru-RU" sz="900" dirty="0" err="1" smtClean="0"/>
              <a:t>Shift+Insert</a:t>
            </a:r>
            <a:endParaRPr lang="ru-RU" sz="900" dirty="0" smtClean="0"/>
          </a:p>
          <a:p>
            <a:r>
              <a:rPr lang="ru-RU" sz="900" dirty="0" smtClean="0"/>
              <a:t>   - Убедитесь, что ключ вставился одной строкой без разрывов</a:t>
            </a:r>
          </a:p>
          <a:p>
            <a:r>
              <a:rPr lang="ru-RU" sz="900" dirty="0" smtClean="0"/>
              <a:t>   Пример ключа: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ssh-rsa</a:t>
            </a:r>
            <a:r>
              <a:rPr lang="ru-RU" sz="900" dirty="0" smtClean="0"/>
              <a:t> AAAAB3NzaC1yc2EAAAADAQ... (ваш полный ключ) ... 1@DESKTOP-0T8L955</a:t>
            </a:r>
          </a:p>
          <a:p>
            <a:r>
              <a:rPr lang="ru-RU" sz="900" dirty="0" smtClean="0"/>
              <a:t>6. Сохраните файл:</a:t>
            </a:r>
          </a:p>
          <a:p>
            <a:r>
              <a:rPr lang="ru-RU" sz="900" dirty="0" smtClean="0"/>
              <a:t>   - Нажмите </a:t>
            </a:r>
            <a:r>
              <a:rPr lang="ru-RU" sz="900" dirty="0" err="1" smtClean="0"/>
              <a:t>Ctrl+O</a:t>
            </a:r>
            <a:r>
              <a:rPr lang="ru-RU" sz="900" dirty="0" smtClean="0"/>
              <a:t>, затем </a:t>
            </a:r>
            <a:r>
              <a:rPr lang="ru-RU" sz="900" dirty="0" err="1" smtClean="0"/>
              <a:t>Enter</a:t>
            </a:r>
            <a:endParaRPr lang="ru-RU" sz="900" dirty="0" smtClean="0"/>
          </a:p>
          <a:p>
            <a:r>
              <a:rPr lang="ru-RU" sz="900" dirty="0" smtClean="0"/>
              <a:t>   - Нажмите </a:t>
            </a:r>
            <a:r>
              <a:rPr lang="ru-RU" sz="900" dirty="0" err="1" smtClean="0"/>
              <a:t>Ctrl+X</a:t>
            </a:r>
            <a:r>
              <a:rPr lang="ru-RU" sz="900" dirty="0" smtClean="0"/>
              <a:t> для выхода из редактора</a:t>
            </a:r>
          </a:p>
          <a:p>
            <a:r>
              <a:rPr lang="ru-RU" sz="900" dirty="0" smtClean="0"/>
              <a:t>7. Установите правильные права на файл (КРИТИЧНО ВАЖНО!):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chmod</a:t>
            </a:r>
            <a:r>
              <a:rPr lang="ru-RU" sz="900" dirty="0" smtClean="0"/>
              <a:t> 600 ~/.</a:t>
            </a:r>
            <a:r>
              <a:rPr lang="ru-RU" sz="900" dirty="0" err="1" smtClean="0"/>
              <a:t>ssh</a:t>
            </a:r>
            <a:r>
              <a:rPr lang="ru-RU" sz="900" dirty="0" smtClean="0"/>
              <a:t>/</a:t>
            </a:r>
            <a:r>
              <a:rPr lang="ru-RU" sz="900" dirty="0" err="1" smtClean="0"/>
              <a:t>authorized_keys</a:t>
            </a:r>
            <a:endParaRPr lang="ru-RU" sz="900" dirty="0" smtClean="0"/>
          </a:p>
          <a:p>
            <a:r>
              <a:rPr lang="ru-RU" sz="900" dirty="0" smtClean="0"/>
              <a:t>8. Проверьте результат: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ls</a:t>
            </a:r>
            <a:r>
              <a:rPr lang="ru-RU" sz="900" dirty="0" smtClean="0"/>
              <a:t> -</a:t>
            </a:r>
            <a:r>
              <a:rPr lang="ru-RU" sz="900" dirty="0" err="1" smtClean="0"/>
              <a:t>la</a:t>
            </a:r>
            <a:r>
              <a:rPr lang="ru-RU" sz="900" dirty="0" smtClean="0"/>
              <a:t> ~/.</a:t>
            </a:r>
            <a:r>
              <a:rPr lang="ru-RU" sz="900" dirty="0" err="1" smtClean="0"/>
              <a:t>ssh</a:t>
            </a:r>
            <a:r>
              <a:rPr lang="ru-RU" sz="900" dirty="0" smtClean="0"/>
              <a:t>/</a:t>
            </a:r>
            <a:r>
              <a:rPr lang="ru-RU" sz="900" dirty="0" err="1" smtClean="0"/>
              <a:t>authorized_keys</a:t>
            </a:r>
            <a:endParaRPr lang="ru-RU" sz="900" dirty="0" smtClean="0"/>
          </a:p>
          <a:p>
            <a:r>
              <a:rPr lang="ru-RU" sz="900" dirty="0" smtClean="0"/>
              <a:t>Должно показать: -</a:t>
            </a:r>
            <a:r>
              <a:rPr lang="ru-RU" sz="900" dirty="0" err="1" smtClean="0"/>
              <a:t>rw</a:t>
            </a:r>
            <a:r>
              <a:rPr lang="ru-RU" sz="900" dirty="0" smtClean="0"/>
              <a:t>------- (права 600)</a:t>
            </a:r>
          </a:p>
          <a:p>
            <a:r>
              <a:rPr lang="ru-RU" sz="900" dirty="0" smtClean="0"/>
              <a:t>-</a:t>
            </a:r>
            <a:r>
              <a:rPr lang="ru-RU" sz="900" dirty="0" err="1" smtClean="0"/>
              <a:t>rw</a:t>
            </a:r>
            <a:r>
              <a:rPr lang="ru-RU" sz="900" dirty="0" smtClean="0"/>
              <a:t>------- 1 </a:t>
            </a:r>
            <a:r>
              <a:rPr lang="ru-RU" sz="900" dirty="0" err="1" smtClean="0"/>
              <a:t>i.kozulin</a:t>
            </a:r>
            <a:r>
              <a:rPr lang="ru-RU" sz="900" dirty="0" smtClean="0"/>
              <a:t> </a:t>
            </a:r>
            <a:r>
              <a:rPr lang="ru-RU" sz="900" dirty="0" err="1" smtClean="0"/>
              <a:t>i.kozulin</a:t>
            </a:r>
            <a:r>
              <a:rPr lang="ru-RU" sz="900" dirty="0" smtClean="0"/>
              <a:t> 743 </a:t>
            </a:r>
            <a:r>
              <a:rPr lang="ru-RU" sz="900" dirty="0" err="1" smtClean="0"/>
              <a:t>Sep</a:t>
            </a:r>
            <a:r>
              <a:rPr lang="ru-RU" sz="900" dirty="0" smtClean="0"/>
              <a:t>  6 23:37 /</a:t>
            </a:r>
            <a:r>
              <a:rPr lang="ru-RU" sz="900" dirty="0" err="1" smtClean="0"/>
              <a:t>home</a:t>
            </a:r>
            <a:r>
              <a:rPr lang="ru-RU" sz="900" dirty="0" smtClean="0"/>
              <a:t>/</a:t>
            </a:r>
            <a:r>
              <a:rPr lang="ru-RU" sz="900" dirty="0" err="1" smtClean="0"/>
              <a:t>teachers</a:t>
            </a:r>
            <a:r>
              <a:rPr lang="ru-RU" sz="900" dirty="0" smtClean="0"/>
              <a:t>/</a:t>
            </a:r>
            <a:r>
              <a:rPr lang="ru-RU" sz="900" dirty="0" err="1" smtClean="0"/>
              <a:t>i.kozulin</a:t>
            </a:r>
            <a:r>
              <a:rPr lang="ru-RU" sz="900" dirty="0" smtClean="0"/>
              <a:t>/.</a:t>
            </a:r>
            <a:r>
              <a:rPr lang="ru-RU" sz="900" dirty="0" err="1" smtClean="0"/>
              <a:t>ssh</a:t>
            </a:r>
            <a:r>
              <a:rPr lang="ru-RU" sz="900" dirty="0" smtClean="0"/>
              <a:t>/</a:t>
            </a:r>
            <a:r>
              <a:rPr lang="ru-RU" sz="900" dirty="0" err="1" smtClean="0"/>
              <a:t>authorized_keys</a:t>
            </a:r>
            <a:endParaRPr lang="ru-RU" sz="900" dirty="0" smtClean="0"/>
          </a:p>
          <a:p>
            <a:r>
              <a:rPr lang="ru-RU" sz="900" dirty="0" smtClean="0"/>
              <a:t>   Также проверьте содержимое: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cat</a:t>
            </a:r>
            <a:r>
              <a:rPr lang="ru-RU" sz="900" dirty="0" smtClean="0"/>
              <a:t> ~/.</a:t>
            </a:r>
            <a:r>
              <a:rPr lang="ru-RU" sz="900" dirty="0" err="1" smtClean="0"/>
              <a:t>ssh</a:t>
            </a:r>
            <a:r>
              <a:rPr lang="ru-RU" sz="900" dirty="0" smtClean="0"/>
              <a:t>/</a:t>
            </a:r>
            <a:r>
              <a:rPr lang="ru-RU" sz="900" dirty="0" err="1" smtClean="0"/>
              <a:t>authorized_keys</a:t>
            </a:r>
            <a:endParaRPr lang="ru-RU" sz="900" dirty="0" smtClean="0"/>
          </a:p>
          <a:p>
            <a:r>
              <a:rPr lang="ru-RU" sz="900" dirty="0" smtClean="0"/>
              <a:t>9. Выйдите с сервера: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exit</a:t>
            </a:r>
            <a:endParaRPr lang="ru-RU" sz="900" dirty="0" smtClean="0"/>
          </a:p>
          <a:p>
            <a:r>
              <a:rPr lang="ru-RU" sz="900" dirty="0" smtClean="0"/>
              <a:t>-----------------------------------------------------------------------------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991225" y="138499"/>
            <a:ext cx="5267325" cy="64633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900" b="1" dirty="0" smtClean="0"/>
              <a:t>ЭТАП 3: НАСТРОЙКА SSH-КЛИЕНТА НА WINDOWS ДЛЯ СОВМЕСТИМОСТИ</a:t>
            </a:r>
          </a:p>
          <a:p>
            <a:r>
              <a:rPr lang="ru-RU" sz="900" dirty="0" smtClean="0"/>
              <a:t>Сервер ccfit.nsu.ru использует старую версию </a:t>
            </a:r>
            <a:r>
              <a:rPr lang="ru-RU" sz="900" dirty="0" err="1" smtClean="0"/>
              <a:t>OpenSSH</a:t>
            </a:r>
            <a:r>
              <a:rPr lang="ru-RU" sz="900" dirty="0" smtClean="0"/>
              <a:t>, поэтому нужно </a:t>
            </a:r>
          </a:p>
          <a:p>
            <a:r>
              <a:rPr lang="ru-RU" sz="900" dirty="0" smtClean="0"/>
              <a:t>добавить настройки совместимости.</a:t>
            </a:r>
          </a:p>
          <a:p>
            <a:r>
              <a:rPr lang="ru-RU" sz="900" dirty="0" smtClean="0"/>
              <a:t>1. Откройте или создайте файл конфигурации SSH:</a:t>
            </a:r>
          </a:p>
          <a:p>
            <a:r>
              <a:rPr lang="ru-RU" sz="900" dirty="0" smtClean="0"/>
              <a:t>   </a:t>
            </a:r>
            <a:r>
              <a:rPr lang="ru-RU" sz="900" dirty="0" err="1" smtClean="0"/>
              <a:t>notepad</a:t>
            </a:r>
            <a:r>
              <a:rPr lang="ru-RU" sz="900" dirty="0" smtClean="0"/>
              <a:t> C:\Users\1\.ssh\config</a:t>
            </a:r>
          </a:p>
          <a:p>
            <a:endParaRPr lang="ru-RU" sz="900" dirty="0" smtClean="0"/>
          </a:p>
          <a:p>
            <a:r>
              <a:rPr lang="ru-RU" sz="900" dirty="0" smtClean="0"/>
              <a:t>2. Добавьте следующее содержимое:</a:t>
            </a:r>
          </a:p>
          <a:p>
            <a:r>
              <a:rPr lang="ru-RU" sz="900" dirty="0" err="1" smtClean="0"/>
              <a:t>Host</a:t>
            </a:r>
            <a:r>
              <a:rPr lang="ru-RU" sz="900" dirty="0" smtClean="0"/>
              <a:t> </a:t>
            </a:r>
            <a:r>
              <a:rPr lang="ru-RU" sz="900" dirty="0" err="1" smtClean="0"/>
              <a:t>ccfit</a:t>
            </a:r>
            <a:endParaRPr lang="ru-RU" sz="900" dirty="0" smtClean="0"/>
          </a:p>
          <a:p>
            <a:r>
              <a:rPr lang="ru-RU" sz="900" dirty="0" smtClean="0"/>
              <a:t>    </a:t>
            </a:r>
            <a:r>
              <a:rPr lang="ru-RU" sz="900" dirty="0" err="1" smtClean="0"/>
              <a:t>HostName</a:t>
            </a:r>
            <a:r>
              <a:rPr lang="ru-RU" sz="900" dirty="0" smtClean="0"/>
              <a:t> ccfit.nsu.ru</a:t>
            </a:r>
          </a:p>
          <a:p>
            <a:r>
              <a:rPr lang="ru-RU" sz="900" dirty="0" smtClean="0"/>
              <a:t>    </a:t>
            </a:r>
            <a:r>
              <a:rPr lang="ru-RU" sz="900" dirty="0" err="1" smtClean="0"/>
              <a:t>User</a:t>
            </a:r>
            <a:r>
              <a:rPr lang="ru-RU" sz="900" dirty="0" smtClean="0"/>
              <a:t> </a:t>
            </a:r>
            <a:r>
              <a:rPr lang="ru-RU" sz="900" dirty="0" err="1" smtClean="0"/>
              <a:t>i.kozulin</a:t>
            </a:r>
            <a:endParaRPr lang="ru-RU" sz="900" dirty="0" smtClean="0"/>
          </a:p>
          <a:p>
            <a:r>
              <a:rPr lang="ru-RU" sz="900" dirty="0" smtClean="0"/>
              <a:t>    </a:t>
            </a:r>
            <a:r>
              <a:rPr lang="ru-RU" sz="900" dirty="0" err="1" smtClean="0"/>
              <a:t>IdentityFile</a:t>
            </a:r>
            <a:r>
              <a:rPr lang="ru-RU" sz="900" dirty="0" smtClean="0"/>
              <a:t> C:\Users\1\.ssh\id_rsa</a:t>
            </a:r>
          </a:p>
          <a:p>
            <a:r>
              <a:rPr lang="ru-RU" sz="900" dirty="0" smtClean="0"/>
              <a:t>    </a:t>
            </a:r>
            <a:r>
              <a:rPr lang="ru-RU" sz="900" dirty="0" err="1" smtClean="0"/>
              <a:t>PubkeyAcceptedAlgorithms</a:t>
            </a:r>
            <a:r>
              <a:rPr lang="ru-RU" sz="900" dirty="0" smtClean="0"/>
              <a:t> +</a:t>
            </a:r>
            <a:r>
              <a:rPr lang="ru-RU" sz="900" dirty="0" err="1" smtClean="0"/>
              <a:t>ssh-rsa</a:t>
            </a:r>
            <a:endParaRPr lang="ru-RU" sz="900" dirty="0" smtClean="0"/>
          </a:p>
          <a:p>
            <a:r>
              <a:rPr lang="ru-RU" sz="900" dirty="0" smtClean="0"/>
              <a:t>    </a:t>
            </a:r>
            <a:r>
              <a:rPr lang="ru-RU" sz="900" dirty="0" err="1" smtClean="0"/>
              <a:t>HostkeyAlgorithms</a:t>
            </a:r>
            <a:r>
              <a:rPr lang="ru-RU" sz="900" dirty="0" smtClean="0"/>
              <a:t> +</a:t>
            </a:r>
            <a:r>
              <a:rPr lang="ru-RU" sz="900" dirty="0" err="1" smtClean="0"/>
              <a:t>ssh-rsa</a:t>
            </a:r>
            <a:endParaRPr lang="ru-RU" sz="900" dirty="0" smtClean="0"/>
          </a:p>
          <a:p>
            <a:endParaRPr lang="ru-RU" sz="900" dirty="0" smtClean="0"/>
          </a:p>
          <a:p>
            <a:r>
              <a:rPr lang="ru-RU" sz="900" dirty="0" smtClean="0"/>
              <a:t>3. Сохраните файл (</a:t>
            </a:r>
            <a:r>
              <a:rPr lang="ru-RU" sz="900" dirty="0" err="1" smtClean="0"/>
              <a:t>Ctrl+S</a:t>
            </a:r>
            <a:r>
              <a:rPr lang="ru-RU" sz="900" dirty="0" smtClean="0"/>
              <a:t>) и закройте блокнот.</a:t>
            </a:r>
          </a:p>
          <a:p>
            <a:r>
              <a:rPr lang="ru-RU" sz="900" dirty="0" smtClean="0"/>
              <a:t>Примечание: Если ваш логин на </a:t>
            </a:r>
            <a:r>
              <a:rPr lang="ru-RU" sz="900" dirty="0" err="1" smtClean="0"/>
              <a:t>Solaris</a:t>
            </a:r>
            <a:r>
              <a:rPr lang="ru-RU" sz="900" dirty="0" smtClean="0"/>
              <a:t> отличается от </a:t>
            </a:r>
            <a:r>
              <a:rPr lang="ru-RU" sz="900" dirty="0" err="1" smtClean="0"/>
              <a:t>i.kozulin</a:t>
            </a:r>
            <a:r>
              <a:rPr lang="ru-RU" sz="900" dirty="0" smtClean="0"/>
              <a:t>, </a:t>
            </a:r>
          </a:p>
          <a:p>
            <a:r>
              <a:rPr lang="ru-RU" sz="900" dirty="0" smtClean="0"/>
              <a:t>замените его в разделе </a:t>
            </a:r>
            <a:r>
              <a:rPr lang="ru-RU" sz="900" dirty="0" err="1" smtClean="0"/>
              <a:t>Host</a:t>
            </a:r>
            <a:r>
              <a:rPr lang="ru-RU" sz="900" dirty="0" smtClean="0"/>
              <a:t> </a:t>
            </a:r>
            <a:r>
              <a:rPr lang="ru-RU" sz="900" dirty="0" err="1" smtClean="0"/>
              <a:t>solaris</a:t>
            </a:r>
            <a:r>
              <a:rPr lang="ru-RU" sz="900" dirty="0" smtClean="0"/>
              <a:t>.</a:t>
            </a:r>
          </a:p>
          <a:p>
            <a:endParaRPr lang="ru-RU" sz="900" dirty="0" smtClean="0"/>
          </a:p>
          <a:p>
            <a:r>
              <a:rPr lang="ru-RU" sz="900" dirty="0" smtClean="0"/>
              <a:t>-----------------------------------------------------------------------------</a:t>
            </a:r>
          </a:p>
          <a:p>
            <a:r>
              <a:rPr lang="ru-RU" sz="900" dirty="0" smtClean="0"/>
              <a:t>ЭТАП 4: ПРОВЕРКА ПОДКЛЮЧЕНИЯ</a:t>
            </a:r>
          </a:p>
          <a:p>
            <a:r>
              <a:rPr lang="ru-RU" sz="900" dirty="0" smtClean="0"/>
              <a:t>Отлично! Подключение работает без пароля! </a:t>
            </a:r>
          </a:p>
          <a:p>
            <a:r>
              <a:rPr lang="ru-RU" sz="900" dirty="0" smtClean="0"/>
              <a:t>Теперь вы успешно подключились к серверу ccfit.nsu.ru (</a:t>
            </a:r>
            <a:r>
              <a:rPr lang="ru-RU" sz="900" dirty="0" err="1" smtClean="0"/>
              <a:t>mephisto</a:t>
            </a:r>
            <a:r>
              <a:rPr lang="ru-RU" sz="900" dirty="0" smtClean="0"/>
              <a:t>) через SSH-ключ.</a:t>
            </a:r>
          </a:p>
          <a:p>
            <a:r>
              <a:rPr lang="ru-RU" sz="900" dirty="0" smtClean="0"/>
              <a:t>Следующий шаг: Подключение к </a:t>
            </a:r>
            <a:r>
              <a:rPr lang="ru-RU" sz="900" dirty="0" err="1" smtClean="0"/>
              <a:t>Solaris</a:t>
            </a:r>
            <a:endParaRPr lang="ru-RU" sz="900" dirty="0" smtClean="0"/>
          </a:p>
          <a:p>
            <a:r>
              <a:rPr lang="ru-RU" sz="900" dirty="0" smtClean="0"/>
              <a:t>Теперь, находясь на сервере ccfit.nsu.ru, подключитесь к </a:t>
            </a:r>
            <a:r>
              <a:rPr lang="ru-RU" sz="900" dirty="0" err="1" smtClean="0"/>
              <a:t>Solaris</a:t>
            </a:r>
            <a:r>
              <a:rPr lang="ru-RU" sz="900" dirty="0" smtClean="0"/>
              <a:t>:</a:t>
            </a:r>
          </a:p>
          <a:p>
            <a:r>
              <a:rPr lang="ru-RU" sz="900" dirty="0" err="1" smtClean="0"/>
              <a:t>ssh</a:t>
            </a:r>
            <a:r>
              <a:rPr lang="ru-RU" sz="900" dirty="0" smtClean="0"/>
              <a:t> </a:t>
            </a:r>
            <a:r>
              <a:rPr lang="ru-RU" sz="900" dirty="0" err="1" smtClean="0"/>
              <a:t>ccfit</a:t>
            </a:r>
            <a:endParaRPr lang="ru-RU" sz="900" dirty="0" smtClean="0"/>
          </a:p>
          <a:p>
            <a:r>
              <a:rPr lang="ru-RU" sz="900" dirty="0" err="1" smtClean="0"/>
              <a:t>ssh</a:t>
            </a:r>
            <a:r>
              <a:rPr lang="ru-RU" sz="900" dirty="0" smtClean="0"/>
              <a:t> 10.4.0.68</a:t>
            </a:r>
          </a:p>
          <a:p>
            <a:r>
              <a:rPr lang="ru-RU" sz="900" dirty="0" smtClean="0"/>
              <a:t>-----------------------------------------------------------------------------</a:t>
            </a:r>
          </a:p>
          <a:p>
            <a:endParaRPr lang="ru-RU" sz="900" dirty="0" smtClean="0"/>
          </a:p>
          <a:p>
            <a:r>
              <a:rPr lang="ru-RU" sz="900" dirty="0" smtClean="0"/>
              <a:t>УСТРАНЕНИЕ НЕПОЛАДОК</a:t>
            </a:r>
          </a:p>
          <a:p>
            <a:endParaRPr lang="ru-RU" sz="900" dirty="0" smtClean="0"/>
          </a:p>
          <a:p>
            <a:r>
              <a:rPr lang="ru-RU" sz="900" dirty="0" smtClean="0"/>
              <a:t>Проблема: Все еще запрашивает пароль при подключении к </a:t>
            </a:r>
            <a:r>
              <a:rPr lang="ru-RU" sz="900" dirty="0" err="1" smtClean="0"/>
              <a:t>ccfit</a:t>
            </a:r>
            <a:endParaRPr lang="ru-RU" sz="900" dirty="0" smtClean="0"/>
          </a:p>
          <a:p>
            <a:r>
              <a:rPr lang="ru-RU" sz="900" dirty="0" smtClean="0"/>
              <a:t>Решение:</a:t>
            </a:r>
          </a:p>
          <a:p>
            <a:r>
              <a:rPr lang="ru-RU" sz="900" dirty="0" smtClean="0"/>
              <a:t>- Проверьте права на файл </a:t>
            </a:r>
            <a:r>
              <a:rPr lang="ru-RU" sz="900" dirty="0" err="1" smtClean="0"/>
              <a:t>authorized_keys</a:t>
            </a:r>
            <a:r>
              <a:rPr lang="ru-RU" sz="900" dirty="0" smtClean="0"/>
              <a:t> на сервере (должны быть 600)</a:t>
            </a:r>
          </a:p>
          <a:p>
            <a:r>
              <a:rPr lang="ru-RU" sz="900" dirty="0" smtClean="0"/>
              <a:t>- Проверьте права на домашнюю директорию: </a:t>
            </a:r>
            <a:r>
              <a:rPr lang="ru-RU" sz="900" dirty="0" err="1" smtClean="0"/>
              <a:t>chmod</a:t>
            </a:r>
            <a:r>
              <a:rPr lang="ru-RU" sz="900" dirty="0" smtClean="0"/>
              <a:t> 755 ~</a:t>
            </a:r>
          </a:p>
          <a:p>
            <a:r>
              <a:rPr lang="ru-RU" sz="900" dirty="0" smtClean="0"/>
              <a:t>- Убедитесь, что ключ скопирован без лишних пробелов и переносов строк</a:t>
            </a:r>
          </a:p>
          <a:p>
            <a:r>
              <a:rPr lang="ru-RU" sz="900" dirty="0" smtClean="0"/>
              <a:t>- Проверьте </a:t>
            </a:r>
            <a:r>
              <a:rPr lang="ru-RU" sz="900" dirty="0" err="1" smtClean="0"/>
              <a:t>конфиг</a:t>
            </a:r>
            <a:r>
              <a:rPr lang="ru-RU" sz="900" dirty="0" smtClean="0"/>
              <a:t> файл: </a:t>
            </a:r>
            <a:r>
              <a:rPr lang="ru-RU" sz="900" dirty="0" err="1" smtClean="0"/>
              <a:t>cat</a:t>
            </a:r>
            <a:r>
              <a:rPr lang="ru-RU" sz="900" dirty="0" smtClean="0"/>
              <a:t> ~/.</a:t>
            </a:r>
            <a:r>
              <a:rPr lang="ru-RU" sz="900" dirty="0" err="1" smtClean="0"/>
              <a:t>ssh</a:t>
            </a:r>
            <a:r>
              <a:rPr lang="ru-RU" sz="900" dirty="0" smtClean="0"/>
              <a:t>/</a:t>
            </a:r>
            <a:r>
              <a:rPr lang="ru-RU" sz="900" dirty="0" err="1" smtClean="0"/>
              <a:t>authorized_keys</a:t>
            </a:r>
            <a:endParaRPr lang="ru-RU" sz="900" dirty="0" smtClean="0"/>
          </a:p>
          <a:p>
            <a:endParaRPr lang="ru-RU" sz="900" dirty="0" smtClean="0"/>
          </a:p>
          <a:p>
            <a:r>
              <a:rPr lang="ru-RU" sz="900" dirty="0" smtClean="0"/>
              <a:t>Проблема: Ошибка "</a:t>
            </a:r>
            <a:r>
              <a:rPr lang="ru-RU" sz="900" dirty="0" err="1" smtClean="0"/>
              <a:t>no</a:t>
            </a:r>
            <a:r>
              <a:rPr lang="ru-RU" sz="900" dirty="0" smtClean="0"/>
              <a:t> </a:t>
            </a:r>
            <a:r>
              <a:rPr lang="ru-RU" sz="900" dirty="0" err="1" smtClean="0"/>
              <a:t>mutual</a:t>
            </a:r>
            <a:r>
              <a:rPr lang="ru-RU" sz="900" dirty="0" smtClean="0"/>
              <a:t> </a:t>
            </a:r>
            <a:r>
              <a:rPr lang="ru-RU" sz="900" dirty="0" err="1" smtClean="0"/>
              <a:t>signature</a:t>
            </a:r>
            <a:r>
              <a:rPr lang="ru-RU" sz="900" dirty="0" smtClean="0"/>
              <a:t> </a:t>
            </a:r>
            <a:r>
              <a:rPr lang="ru-RU" sz="900" dirty="0" err="1" smtClean="0"/>
              <a:t>algorithm</a:t>
            </a:r>
            <a:r>
              <a:rPr lang="ru-RU" sz="900" dirty="0" smtClean="0"/>
              <a:t>"</a:t>
            </a:r>
          </a:p>
          <a:p>
            <a:r>
              <a:rPr lang="ru-RU" sz="900" dirty="0" smtClean="0"/>
              <a:t>Решение:</a:t>
            </a:r>
          </a:p>
          <a:p>
            <a:r>
              <a:rPr lang="ru-RU" sz="900" dirty="0" smtClean="0"/>
              <a:t>- Убедитесь, что в файле C:\Users\1\.ssh\config есть строки:</a:t>
            </a:r>
          </a:p>
          <a:p>
            <a:r>
              <a:rPr lang="ru-RU" sz="900" dirty="0" smtClean="0"/>
              <a:t>  </a:t>
            </a:r>
            <a:r>
              <a:rPr lang="ru-RU" sz="900" dirty="0" err="1" smtClean="0"/>
              <a:t>PubkeyAcceptedAlgorithms</a:t>
            </a:r>
            <a:r>
              <a:rPr lang="ru-RU" sz="900" dirty="0" smtClean="0"/>
              <a:t> +</a:t>
            </a:r>
            <a:r>
              <a:rPr lang="ru-RU" sz="900" dirty="0" err="1" smtClean="0"/>
              <a:t>ssh-rsa</a:t>
            </a:r>
            <a:endParaRPr lang="ru-RU" sz="900" dirty="0" smtClean="0"/>
          </a:p>
          <a:p>
            <a:r>
              <a:rPr lang="ru-RU" sz="900" dirty="0" smtClean="0"/>
              <a:t>  </a:t>
            </a:r>
            <a:r>
              <a:rPr lang="ru-RU" sz="900" dirty="0" err="1" smtClean="0"/>
              <a:t>HostkeyAlgorithms</a:t>
            </a:r>
            <a:r>
              <a:rPr lang="ru-RU" sz="900" dirty="0" smtClean="0"/>
              <a:t> +</a:t>
            </a:r>
            <a:r>
              <a:rPr lang="ru-RU" sz="900" dirty="0" err="1" smtClean="0"/>
              <a:t>ssh-rsa</a:t>
            </a:r>
            <a:endParaRPr lang="ru-RU" sz="900" dirty="0" smtClean="0"/>
          </a:p>
          <a:p>
            <a:endParaRPr lang="ru-RU" sz="900" dirty="0" smtClean="0"/>
          </a:p>
          <a:p>
            <a:r>
              <a:rPr lang="ru-RU" sz="900" dirty="0" smtClean="0"/>
              <a:t>Проблема: Не удается подключиться к </a:t>
            </a:r>
            <a:r>
              <a:rPr lang="ru-RU" sz="900" dirty="0" err="1" smtClean="0"/>
              <a:t>Solaris</a:t>
            </a:r>
            <a:r>
              <a:rPr lang="ru-RU" sz="900" dirty="0" smtClean="0"/>
              <a:t> (10.4.0.68)</a:t>
            </a:r>
          </a:p>
          <a:p>
            <a:r>
              <a:rPr lang="ru-RU" sz="900" dirty="0" smtClean="0"/>
              <a:t>Решение: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02205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6675" y="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Подключение к </a:t>
            </a:r>
            <a:r>
              <a:rPr lang="ru-RU" dirty="0" err="1" smtClean="0"/>
              <a:t>Solaris</a:t>
            </a:r>
            <a:endParaRPr lang="ru-RU" dirty="0" smtClean="0"/>
          </a:p>
          <a:p>
            <a:r>
              <a:rPr lang="ru-RU" dirty="0" err="1" smtClean="0"/>
              <a:t>ssh</a:t>
            </a:r>
            <a:r>
              <a:rPr lang="ru-RU" dirty="0" smtClean="0"/>
              <a:t> </a:t>
            </a:r>
            <a:r>
              <a:rPr lang="ru-RU" dirty="0" err="1" smtClean="0"/>
              <a:t>ccfit</a:t>
            </a:r>
            <a:endParaRPr lang="ru-RU" dirty="0" smtClean="0"/>
          </a:p>
          <a:p>
            <a:r>
              <a:rPr lang="ru-RU" dirty="0" err="1" smtClean="0"/>
              <a:t>ssh-keygen</a:t>
            </a:r>
            <a:r>
              <a:rPr lang="ru-RU" dirty="0" smtClean="0"/>
              <a:t> -t </a:t>
            </a:r>
            <a:r>
              <a:rPr lang="ru-RU" dirty="0" err="1" smtClean="0"/>
              <a:t>rsa</a:t>
            </a:r>
            <a:endParaRPr lang="ru-RU" dirty="0" smtClean="0"/>
          </a:p>
          <a:p>
            <a:r>
              <a:rPr lang="ru-RU" dirty="0" err="1" smtClean="0"/>
              <a:t>cp</a:t>
            </a:r>
            <a:r>
              <a:rPr lang="ru-RU" dirty="0" smtClean="0"/>
              <a:t> .</a:t>
            </a:r>
            <a:r>
              <a:rPr lang="ru-RU" dirty="0" err="1" smtClean="0"/>
              <a:t>ssh</a:t>
            </a:r>
            <a:r>
              <a:rPr lang="ru-RU" dirty="0" smtClean="0"/>
              <a:t>/id_rsa.pub 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endParaRPr lang="ru-RU" dirty="0" smtClean="0"/>
          </a:p>
          <a:p>
            <a:r>
              <a:rPr lang="ru-RU" dirty="0" err="1" smtClean="0"/>
              <a:t>ssh</a:t>
            </a:r>
            <a:r>
              <a:rPr lang="ru-RU" dirty="0" smtClean="0"/>
              <a:t> 10.4.0.68</a:t>
            </a:r>
          </a:p>
          <a:p>
            <a:r>
              <a:rPr lang="ru-RU" dirty="0" err="1" smtClean="0"/>
              <a:t>cat</a:t>
            </a:r>
            <a:r>
              <a:rPr lang="ru-RU" dirty="0" smtClean="0"/>
              <a:t> .</a:t>
            </a:r>
            <a:r>
              <a:rPr lang="ru-RU" dirty="0" err="1" smtClean="0"/>
              <a:t>ssh</a:t>
            </a:r>
            <a:r>
              <a:rPr lang="ru-RU" dirty="0" smtClean="0"/>
              <a:t>/id_rsa.pub</a:t>
            </a:r>
            <a:endParaRPr lang="ru-RU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76275" y="3557200"/>
            <a:ext cx="65" cy="276999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6674" y="1754326"/>
            <a:ext cx="11801475" cy="275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100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Почему раньше не работало?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system-ui"/>
              </a:rPr>
              <a:t>При выполнении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команды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ssh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 10.4.0.68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, SSH-клиент на сервере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ccfit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(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system-ui"/>
              </a:rPr>
              <a:t>mephisto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) действовал по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стандартному алгоритму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:</a:t>
            </a:r>
            <a:endParaRPr kumimoji="0" lang="ru-RU" altLang="ru-RU" sz="105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Он искал приватный ключ в папке 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~/.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ssh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/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со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стандартными именами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: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id_rsa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id_dsa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id_ecdsa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, 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id_ed25519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ru-RU" dirty="0" smtClean="0">
                <a:latin typeface="system-ui"/>
              </a:rPr>
              <a:t>Но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ключ назывался </a:t>
            </a:r>
            <a:r>
              <a:rPr kumimoji="0" lang="ru-RU" altLang="ru-RU" sz="1200" b="1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Solaris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(нестандартное имя).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Клиент его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не нашёл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, проигнорировал и сразу перешёл к следующему методу аутентификации — запросу пароля.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Пароль не подходил для этого способа входа, поэтому получал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Permission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denied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Файл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authorized_keys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на целевом сервере был настроен правильно (он </a:t>
            </a:r>
            <a:r>
              <a:rPr kumimoji="0" lang="ru-RU" altLang="ru-RU" b="0" i="1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разрешал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вход по ключу), но клиент на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ccfit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просто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не предлагал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нужный ключ серверу, потому что не знал о его существовании.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60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" y="0"/>
            <a:ext cx="92678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effectLst/>
                <a:latin typeface="system-ui"/>
              </a:rPr>
              <a:t>Что именно было сделано (пошаговая инструкция с комментариями)</a:t>
            </a:r>
            <a:endParaRPr lang="ru-RU" b="1" i="0" dirty="0">
              <a:effectLst/>
              <a:latin typeface="system-ui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69332"/>
            <a:ext cx="323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0" dirty="0" smtClean="0">
                <a:effectLst/>
                <a:latin typeface="system-ui"/>
              </a:rPr>
              <a:t>1.Генерация ключа на </a:t>
            </a:r>
            <a:r>
              <a:rPr lang="en-US" b="1" i="0" dirty="0" err="1" smtClean="0">
                <a:effectLst/>
                <a:latin typeface="system-ui"/>
              </a:rPr>
              <a:t>ccfit</a:t>
            </a:r>
            <a:endParaRPr lang="en-US" b="1" i="0" dirty="0">
              <a:effectLst/>
              <a:latin typeface="system-ui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41781" y="36933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ssh-keygen</a:t>
            </a:r>
            <a:r>
              <a:rPr lang="ru-RU" dirty="0" smtClean="0"/>
              <a:t> -t </a:t>
            </a:r>
            <a:r>
              <a:rPr lang="ru-RU" dirty="0" err="1" smtClean="0"/>
              <a:t>rsa</a:t>
            </a:r>
            <a:endParaRPr lang="ru-RU" dirty="0" smtClean="0"/>
          </a:p>
          <a:p>
            <a:r>
              <a:rPr lang="ru-RU" dirty="0" smtClean="0"/>
              <a:t># При запросе имени файла ты ввёл "</a:t>
            </a:r>
            <a:r>
              <a:rPr lang="ru-RU" dirty="0" err="1" smtClean="0"/>
              <a:t>Solaris</a:t>
            </a:r>
            <a:r>
              <a:rPr lang="ru-RU" dirty="0" smtClean="0"/>
              <a:t>" вместо стандартного </a:t>
            </a:r>
            <a:r>
              <a:rPr lang="ru-RU" dirty="0" err="1" smtClean="0"/>
              <a:t>Enter</a:t>
            </a:r>
            <a:endParaRPr lang="ru-RU" dirty="0" smtClean="0"/>
          </a:p>
          <a:p>
            <a:r>
              <a:rPr lang="ru-RU" dirty="0" smtClean="0"/>
              <a:t># Результат: созданы файлы ~/</a:t>
            </a:r>
            <a:r>
              <a:rPr lang="ru-RU" dirty="0" err="1" smtClean="0"/>
              <a:t>Solaris</a:t>
            </a:r>
            <a:r>
              <a:rPr lang="ru-RU" dirty="0" smtClean="0"/>
              <a:t> и ~/Solaris.pub в домашней папке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846660"/>
            <a:ext cx="4807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system-ui"/>
              </a:rPr>
              <a:t>2</a:t>
            </a:r>
            <a:r>
              <a:rPr lang="ru-RU" b="1" i="0" dirty="0" smtClean="0">
                <a:effectLst/>
                <a:latin typeface="system-ui"/>
              </a:rPr>
              <a:t>. </a:t>
            </a:r>
            <a:r>
              <a:rPr lang="ru-RU" b="1" dirty="0" smtClean="0"/>
              <a:t>Перемещение </a:t>
            </a:r>
            <a:r>
              <a:rPr lang="ru-RU" b="1" dirty="0"/>
              <a:t>ключей в правильную </a:t>
            </a:r>
            <a:r>
              <a:rPr lang="ru-RU" b="1" dirty="0" smtClean="0"/>
              <a:t>папку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901123" y="18466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mv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r>
              <a:rPr lang="ru-RU" dirty="0" smtClean="0"/>
              <a:t> Solaris.pub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</a:p>
          <a:p>
            <a:r>
              <a:rPr lang="ru-RU" dirty="0" smtClean="0"/>
              <a:t># Ключи перенесены из ~/ в ~/.</a:t>
            </a:r>
            <a:r>
              <a:rPr lang="ru-RU" dirty="0" err="1" smtClean="0"/>
              <a:t>ssh</a:t>
            </a:r>
            <a:r>
              <a:rPr lang="ru-RU" dirty="0" smtClean="0"/>
              <a:t>/, где SSH-клиент их может найти</a:t>
            </a:r>
          </a:p>
          <a:p>
            <a:r>
              <a:rPr lang="ru-RU" dirty="0" smtClean="0"/>
              <a:t># Но имя всё ещё нестандартное: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2970373"/>
            <a:ext cx="4909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system-ui"/>
              </a:rPr>
              <a:t>3</a:t>
            </a:r>
            <a:r>
              <a:rPr lang="ru-RU" b="1" i="0" dirty="0" smtClean="0">
                <a:effectLst/>
                <a:latin typeface="system-ui"/>
              </a:rPr>
              <a:t>. </a:t>
            </a:r>
            <a:r>
              <a:rPr lang="ru-RU" b="1" dirty="0" smtClean="0"/>
              <a:t>Настройка </a:t>
            </a:r>
            <a:r>
              <a:rPr lang="ru-RU" b="1" dirty="0"/>
              <a:t>авторизации на целевом </a:t>
            </a:r>
            <a:r>
              <a:rPr lang="ru-RU" b="1" dirty="0" smtClean="0"/>
              <a:t>сервере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985379" y="304698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cat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/Solaris.pub &gt;&gt;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endParaRPr lang="ru-RU" dirty="0" smtClean="0"/>
          </a:p>
          <a:p>
            <a:r>
              <a:rPr lang="ru-RU" dirty="0" err="1" smtClean="0"/>
              <a:t>chmod</a:t>
            </a:r>
            <a:r>
              <a:rPr lang="ru-RU" dirty="0" smtClean="0"/>
              <a:t> 600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endParaRPr lang="ru-RU" dirty="0" smtClean="0"/>
          </a:p>
          <a:p>
            <a:r>
              <a:rPr lang="ru-RU" dirty="0" err="1" smtClean="0"/>
              <a:t>chmod</a:t>
            </a:r>
            <a:r>
              <a:rPr lang="ru-RU" dirty="0" smtClean="0"/>
              <a:t> 700 ~/.</a:t>
            </a:r>
            <a:r>
              <a:rPr lang="ru-RU" dirty="0" err="1" smtClean="0"/>
              <a:t>ssh</a:t>
            </a:r>
            <a:endParaRPr lang="ru-RU" dirty="0" smtClean="0"/>
          </a:p>
          <a:p>
            <a:r>
              <a:rPr lang="ru-RU" dirty="0" smtClean="0"/>
              <a:t># Публичный ключ добавлен в список разрешённых на сервере 10.4.0.68</a:t>
            </a:r>
          </a:p>
          <a:p>
            <a:r>
              <a:rPr lang="ru-RU" dirty="0" smtClean="0"/>
              <a:t># Права доступа установлены корректно (это обязательное требование SSH)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4980148"/>
            <a:ext cx="4849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system-ui"/>
              </a:rPr>
              <a:t>4</a:t>
            </a:r>
            <a:r>
              <a:rPr lang="ru-RU" b="1" i="0" dirty="0" smtClean="0">
                <a:effectLst/>
                <a:latin typeface="system-ui"/>
              </a:rPr>
              <a:t>. </a:t>
            </a:r>
            <a:r>
              <a:rPr lang="ru-RU" b="1" dirty="0" smtClean="0"/>
              <a:t>Ручная </a:t>
            </a:r>
            <a:r>
              <a:rPr lang="ru-RU" b="1" dirty="0"/>
              <a:t>проверка с явным указанием ключа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995727" y="505840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ssh</a:t>
            </a:r>
            <a:r>
              <a:rPr lang="ru-RU" dirty="0" smtClean="0"/>
              <a:t> -i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r>
              <a:rPr lang="ru-RU" dirty="0" smtClean="0"/>
              <a:t> 10.4.0.68</a:t>
            </a:r>
          </a:p>
          <a:p>
            <a:r>
              <a:rPr lang="ru-RU" dirty="0" smtClean="0"/>
              <a:t># Флаг -i принудительно указывает клиенту: "используй именно этот файл"</a:t>
            </a:r>
          </a:p>
          <a:p>
            <a:r>
              <a:rPr lang="ru-RU" dirty="0" smtClean="0"/>
              <a:t># Клиент берёт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r>
              <a:rPr lang="ru-RU" dirty="0" smtClean="0"/>
              <a:t>, предлагает его серверу → сервер принимает → вход без пароля</a:t>
            </a:r>
          </a:p>
          <a:p>
            <a:r>
              <a:rPr lang="ru-RU" dirty="0" smtClean="0"/>
              <a:t># Это доказало, что ключ и </a:t>
            </a:r>
            <a:r>
              <a:rPr lang="ru-RU" dirty="0" err="1" smtClean="0"/>
              <a:t>authorized_keys</a:t>
            </a:r>
            <a:r>
              <a:rPr lang="ru-RU" dirty="0" smtClean="0"/>
              <a:t> настроены верно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608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5711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system-ui"/>
              </a:rPr>
              <a:t>5</a:t>
            </a:r>
            <a:r>
              <a:rPr lang="ru-RU" b="1" i="0" dirty="0" smtClean="0">
                <a:effectLst/>
                <a:latin typeface="system-ui"/>
              </a:rPr>
              <a:t>. </a:t>
            </a:r>
            <a:r>
              <a:rPr lang="ru-RU" b="1" dirty="0" smtClean="0"/>
              <a:t>Создание </a:t>
            </a:r>
            <a:r>
              <a:rPr lang="ru-RU" b="1" dirty="0"/>
              <a:t>файла конфигурации (ключевой момент!)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43000" y="45118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nano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config</a:t>
            </a:r>
            <a:endParaRPr lang="ru-RU" dirty="0" smtClean="0"/>
          </a:p>
          <a:p>
            <a:r>
              <a:rPr lang="ru-RU" dirty="0" smtClean="0"/>
              <a:t># Создан файл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config</a:t>
            </a:r>
            <a:r>
              <a:rPr lang="ru-RU" dirty="0" smtClean="0"/>
              <a:t> со следующим содержимым:</a:t>
            </a:r>
          </a:p>
          <a:p>
            <a:r>
              <a:rPr lang="ru-RU" dirty="0" smtClean="0"/>
              <a:t>#</a:t>
            </a:r>
          </a:p>
          <a:p>
            <a:r>
              <a:rPr lang="ru-RU" dirty="0" smtClean="0"/>
              <a:t># </a:t>
            </a:r>
            <a:r>
              <a:rPr lang="ru-RU" dirty="0" err="1" smtClean="0"/>
              <a:t>Host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endParaRPr lang="ru-RU" dirty="0" smtClean="0"/>
          </a:p>
          <a:p>
            <a:r>
              <a:rPr lang="ru-RU" dirty="0" smtClean="0"/>
              <a:t>#     </a:t>
            </a:r>
            <a:r>
              <a:rPr lang="ru-RU" dirty="0" err="1" smtClean="0"/>
              <a:t>HostName</a:t>
            </a:r>
            <a:r>
              <a:rPr lang="ru-RU" dirty="0" smtClean="0"/>
              <a:t> 10.4.0.68</a:t>
            </a:r>
          </a:p>
          <a:p>
            <a:r>
              <a:rPr lang="ru-RU" dirty="0" smtClean="0"/>
              <a:t>#     </a:t>
            </a:r>
            <a:r>
              <a:rPr lang="ru-RU" dirty="0" err="1" smtClean="0"/>
              <a:t>User</a:t>
            </a:r>
            <a:r>
              <a:rPr lang="ru-RU" dirty="0" smtClean="0"/>
              <a:t> </a:t>
            </a:r>
            <a:r>
              <a:rPr lang="ru-RU" dirty="0" err="1" smtClean="0"/>
              <a:t>i.kozulin</a:t>
            </a:r>
            <a:endParaRPr lang="ru-RU" dirty="0" smtClean="0"/>
          </a:p>
          <a:p>
            <a:r>
              <a:rPr lang="ru-RU" dirty="0" smtClean="0"/>
              <a:t>#     </a:t>
            </a:r>
            <a:r>
              <a:rPr lang="ru-RU" dirty="0" err="1" smtClean="0"/>
              <a:t>IdentityFile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564369"/>
            <a:ext cx="2568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system-ui"/>
              </a:rPr>
              <a:t>6</a:t>
            </a:r>
            <a:r>
              <a:rPr lang="ru-RU" b="1" i="0" dirty="0" smtClean="0">
                <a:effectLst/>
                <a:latin typeface="system-ui"/>
              </a:rPr>
              <a:t>. </a:t>
            </a:r>
            <a:r>
              <a:rPr lang="ru-RU" b="1" dirty="0" smtClean="0"/>
              <a:t>Финальная </a:t>
            </a:r>
            <a:r>
              <a:rPr lang="ru-RU" b="1" dirty="0"/>
              <a:t>проверка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568588" y="2566513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ssh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endParaRPr lang="ru-RU" dirty="0" smtClean="0"/>
          </a:p>
          <a:p>
            <a:r>
              <a:rPr lang="ru-RU" dirty="0" smtClean="0"/>
              <a:t># Клиент читает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config</a:t>
            </a:r>
            <a:r>
              <a:rPr lang="ru-RU" dirty="0" smtClean="0"/>
              <a:t>, видит </a:t>
            </a:r>
            <a:r>
              <a:rPr lang="ru-RU" dirty="0" err="1" smtClean="0"/>
              <a:t>алиас</a:t>
            </a:r>
            <a:r>
              <a:rPr lang="ru-RU" dirty="0" smtClean="0"/>
              <a:t> "</a:t>
            </a:r>
            <a:r>
              <a:rPr lang="ru-RU" dirty="0" err="1" smtClean="0"/>
              <a:t>solaris</a:t>
            </a:r>
            <a:r>
              <a:rPr lang="ru-RU" dirty="0" smtClean="0"/>
              <a:t>"</a:t>
            </a:r>
          </a:p>
          <a:p>
            <a:r>
              <a:rPr lang="ru-RU" dirty="0" smtClean="0"/>
              <a:t># Находит директиву </a:t>
            </a:r>
            <a:r>
              <a:rPr lang="ru-RU" dirty="0" err="1" smtClean="0"/>
              <a:t>IdentityFile</a:t>
            </a:r>
            <a:r>
              <a:rPr lang="ru-RU" dirty="0" smtClean="0"/>
              <a:t> → берёт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endParaRPr lang="ru-RU" dirty="0" smtClean="0"/>
          </a:p>
          <a:p>
            <a:r>
              <a:rPr lang="ru-RU" dirty="0" smtClean="0"/>
              <a:t># Предлагает ключ серверу → сервер принимает → вход без пароля</a:t>
            </a:r>
          </a:p>
          <a:p>
            <a:r>
              <a:rPr lang="ru-RU" dirty="0" smtClean="0"/>
              <a:t># Больше не нужно писать ни IP, ни флаг -i, ни пароль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33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8900" y="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i="0" dirty="0" smtClean="0">
                <a:effectLst/>
                <a:latin typeface="Mona Sans VF"/>
              </a:rPr>
              <a:t>После того как был создан </a:t>
            </a:r>
            <a:r>
              <a:rPr lang="ru-RU" b="0" i="0" dirty="0" err="1" smtClean="0">
                <a:effectLst/>
                <a:latin typeface="Mona Sans VF"/>
              </a:rPr>
              <a:t>fork</a:t>
            </a:r>
            <a:r>
              <a:rPr lang="ru-RU" b="0" i="0" dirty="0" smtClean="0">
                <a:effectLst/>
                <a:latin typeface="Mona Sans VF"/>
              </a:rPr>
              <a:t> перейдите в свой аккаунт </a:t>
            </a:r>
            <a:r>
              <a:rPr lang="ru-RU" b="0" i="0" dirty="0" err="1" smtClean="0">
                <a:effectLst/>
                <a:latin typeface="Mona Sans VF"/>
              </a:rPr>
              <a:t>github</a:t>
            </a:r>
            <a:endParaRPr lang="ru-RU" b="0" i="0" dirty="0">
              <a:effectLst/>
              <a:latin typeface="Mona Sans VF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3" y="412750"/>
            <a:ext cx="5894388" cy="263062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13" y="3594100"/>
            <a:ext cx="7425218" cy="30607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90500" y="29955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0" i="0" dirty="0" smtClean="0">
                <a:effectLst/>
                <a:latin typeface="Mona Sans VF"/>
              </a:rPr>
              <a:t>Затем нажмите на кнопку </a:t>
            </a:r>
            <a:r>
              <a:rPr lang="ru-RU" b="0" i="0" dirty="0" err="1" smtClean="0">
                <a:effectLst/>
                <a:latin typeface="Mona Sans VF"/>
              </a:rPr>
              <a:t>clone</a:t>
            </a:r>
            <a:r>
              <a:rPr lang="ru-RU" b="0" i="0" dirty="0" smtClean="0">
                <a:effectLst/>
                <a:latin typeface="Mona Sans VF"/>
              </a:rPr>
              <a:t> там будет ссылка на ваш </a:t>
            </a:r>
            <a:r>
              <a:rPr lang="ru-RU" b="0" i="0" dirty="0" err="1" smtClean="0">
                <a:effectLst/>
                <a:latin typeface="Mona Sans VF"/>
              </a:rPr>
              <a:t>репозиторий</a:t>
            </a:r>
            <a:endParaRPr lang="ru-RU" b="0" i="0" dirty="0"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321062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200" b="0" i="0" u="none" strike="noStrike" cap="none" normalizeH="0" baseline="0" smtClean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Далее в терминале пишете следующую команду где ссылка это то что вы скопировали на предыдущем шаге: </a:t>
            </a:r>
            <a:r>
              <a:rPr kumimoji="0" lang="ru-RU" altLang="ru-RU" sz="900" b="0" i="0" u="none" strike="noStrike" cap="none" normalizeH="0" baseline="0" smtClean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git clone ссылка</a:t>
            </a:r>
            <a:endParaRPr kumimoji="0" lang="ru-RU" altLang="ru-RU" sz="1200" b="0" i="0" u="none" strike="noStrike" cap="none" normalizeH="0" baseline="0" smtClean="0">
              <a:ln>
                <a:noFill/>
              </a:ln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436100" cy="738664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solidFill>
                  <a:srgbClr val="F0F6FC"/>
                </a:solidFill>
                <a:effectLst/>
                <a:latin typeface="Mona Sans VF"/>
              </a:rPr>
              <a:t>Далее в терминале пишете следующую команду где ссылка это то что вы скопировали на предыдущем шаге: </a:t>
            </a:r>
            <a:r>
              <a:rPr kumimoji="0" lang="ru-RU" altLang="ru-RU" sz="900" b="0" i="0" u="none" strike="noStrike" cap="none" normalizeH="0" baseline="0" dirty="0" err="1" smtClean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git</a:t>
            </a:r>
            <a:r>
              <a:rPr kumimoji="0" lang="ru-RU" altLang="ru-RU" sz="900" b="0" i="0" u="none" strike="noStrike" cap="none" normalizeH="0" baseline="0" dirty="0" smtClean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kumimoji="0" lang="ru-RU" altLang="ru-RU" sz="900" b="0" i="0" u="none" strike="noStrike" cap="none" normalizeH="0" baseline="0" dirty="0" err="1" smtClean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clone</a:t>
            </a:r>
            <a:r>
              <a:rPr kumimoji="0" lang="ru-RU" altLang="ru-RU" sz="900" b="0" i="0" u="none" strike="noStrike" cap="none" normalizeH="0" baseline="0" dirty="0" smtClean="0">
                <a:ln>
                  <a:noFill/>
                </a:ln>
                <a:solidFill>
                  <a:srgbClr val="F0F6FC"/>
                </a:solidFill>
                <a:effectLst/>
                <a:latin typeface="Monaspace Neon"/>
              </a:rPr>
              <a:t> ссылка</a:t>
            </a:r>
            <a:endParaRPr kumimoji="0" lang="ru-RU" altLang="ru-RU" sz="1200" b="0" i="0" u="none" strike="noStrike" cap="none" normalizeH="0" baseline="0" dirty="0" smtClean="0">
              <a:ln>
                <a:noFill/>
              </a:ln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979964"/>
            <a:ext cx="8623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err="1" smtClean="0">
                <a:effectLst/>
                <a:latin typeface="Monaspace Neon"/>
              </a:rPr>
              <a:t>git</a:t>
            </a:r>
            <a:r>
              <a:rPr lang="en-US" b="0" i="0" dirty="0" smtClean="0">
                <a:effectLst/>
                <a:latin typeface="Monaspace Neon"/>
              </a:rPr>
              <a:t> clone https://github.com/IgorKozulin/MyOSTest.git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32913" y="1570008"/>
            <a:ext cx="623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Создал папку на рабочем столе </a:t>
            </a:r>
            <a:r>
              <a:rPr lang="en-US" b="0" i="0" dirty="0" err="1" smtClean="0">
                <a:effectLst/>
                <a:latin typeface="Monaspace Neon"/>
              </a:rPr>
              <a:t>MyOSTest</a:t>
            </a:r>
            <a:r>
              <a:rPr lang="ru-RU" b="0" i="0" dirty="0" smtClean="0">
                <a:effectLst/>
                <a:latin typeface="Monaspace Neon"/>
              </a:rPr>
              <a:t> перешел в неё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9340"/>
            <a:ext cx="7521575" cy="495369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445" y="6329362"/>
            <a:ext cx="7477125" cy="15144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300" y="2469818"/>
            <a:ext cx="6119812" cy="237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4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3059339" y="232229"/>
            <a:ext cx="2624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0" dirty="0" smtClean="0">
                <a:effectLst/>
                <a:latin typeface="Mona Sans VF"/>
              </a:rPr>
              <a:t>Третий этап (сложно)</a:t>
            </a:r>
            <a:endParaRPr lang="ru-RU" b="1" i="0" dirty="0">
              <a:effectLst/>
              <a:latin typeface="Mona Sans VF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-3059339" y="601561"/>
            <a:ext cx="10528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На своей машине пишем команду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ssh-keygen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-t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rsa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 первым вопросом будет как назвать файл. Рекомендуется назвать его по-своему, например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gitnsu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. Пароль ставить не обязательно, можно просто нажать на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Enter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-2887889" y="152489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Команда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ssh-keygen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 -t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rsa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генерирует пару RSA-ключей (публичный и приватный) для SSH-аутентификации. Это позволяет подключаться к серверам без ввода пароля, используя криптографические ключи.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-t – это тип ключа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-2678339" y="4153583"/>
            <a:ext cx="65" cy="276999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-2831458" y="2688846"/>
            <a:ext cx="10012393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ru-RU" altLang="ru-RU" sz="1200" b="1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ssh-keygen</a:t>
            </a: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 -t </a:t>
            </a:r>
            <a:r>
              <a:rPr kumimoji="0" lang="ru-RU" altLang="ru-RU" sz="1200" b="1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rsa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— создаёт ключи типа RSA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Первый вопрос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— программа спросит, куда сохранить файл с ключом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Рекомендация назвать по-своему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(например, </a:t>
            </a: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gitnsu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) — чтобы не перезаписать существующие ключи и легко идентифицировать, для чего этот ключ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Пароль не обязателен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— можно оставить пустым (просто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system-ui"/>
              </a:rPr>
              <a:t>Enter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), тогда при использовании ключа пароль запрашиваться не будет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Результат: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создадутся два файла:</a:t>
            </a:r>
            <a:endParaRPr kumimoji="0" lang="ru-RU" altLang="ru-RU" sz="105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0" i="0" u="none" strike="noStrike" cap="none" normalizeH="0" baseline="0" dirty="0" err="1" smtClean="0">
                <a:ln>
                  <a:noFill/>
                </a:ln>
                <a:effectLst/>
                <a:latin typeface="ui-monospace"/>
              </a:rPr>
              <a:t>gitnsu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— приватный ключ (хранить в секрете!)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gitnsu.pub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— публичный ключ (его можно передавать на серверы)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92" y="601561"/>
            <a:ext cx="7711425" cy="5953579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812800" y="582492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Затем у вас появятся два файла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gitnsu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 и gitnsu.pub (тут, название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gitnsu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 просто пример)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404302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564" y="0"/>
            <a:ext cx="9249786" cy="68294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4875" y="0"/>
            <a:ext cx="6134100" cy="292926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89267" y="3073400"/>
            <a:ext cx="8118492" cy="460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8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3016" y="0"/>
            <a:ext cx="107670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теперь необходимо добавить ключ в стандартный путь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git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 для этого можно выполнить следующее: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cp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gitnsu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~/.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ssh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/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 и затем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ssh-add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~/.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ssh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/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gitnsu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ru-RU" altLang="ru-RU" dirty="0">
              <a:latin typeface="Mona Sans VF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Если у вас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вазникает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 проблема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Could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not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open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a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connection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to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your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authentication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agent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.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 то запустите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eval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`ssh-agent.exe`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 на Windows в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Git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 Sans VF"/>
              </a:rPr>
              <a:t>Bash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 и 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eval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 $(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Monaspace Neon"/>
              </a:rPr>
              <a:t>ssh-agent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space Neon"/>
              </a:rPr>
              <a:t>)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Mona Sans VF"/>
              </a:rPr>
              <a:t> на Linux</a:t>
            </a:r>
            <a:endParaRPr kumimoji="0" lang="ru-RU" altLang="ru-RU" b="0" i="0" u="none" strike="noStrike" cap="none" normalizeH="0" baseline="0" dirty="0" smtClean="0">
              <a:ln>
                <a:noFill/>
              </a:ln>
              <a:effectLst/>
              <a:latin typeface="Mona Sans VF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85800" y="187761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cp</a:t>
            </a:r>
            <a:r>
              <a:rPr lang="ru-RU" dirty="0" smtClean="0"/>
              <a:t> </a:t>
            </a:r>
            <a:r>
              <a:rPr lang="ru-RU" dirty="0" err="1" smtClean="0"/>
              <a:t>gitnsu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 — копирует приватный ключ в стандартную директорию SSH (`~/.</a:t>
            </a:r>
            <a:r>
              <a:rPr lang="ru-RU" dirty="0" err="1" smtClean="0"/>
              <a:t>ssh</a:t>
            </a:r>
            <a:r>
              <a:rPr lang="ru-RU" dirty="0" smtClean="0"/>
              <a:t>/`).</a:t>
            </a:r>
          </a:p>
          <a:p>
            <a:endParaRPr lang="ru-RU" dirty="0" smtClean="0"/>
          </a:p>
          <a:p>
            <a:r>
              <a:rPr lang="ru-RU" dirty="0" err="1" smtClean="0"/>
              <a:t>ssh-add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gitnsu</a:t>
            </a:r>
            <a:r>
              <a:rPr lang="ru-RU" dirty="0" smtClean="0"/>
              <a:t> — добавляет ключ в </a:t>
            </a:r>
            <a:r>
              <a:rPr lang="ru-RU" dirty="0" err="1" smtClean="0"/>
              <a:t>ssh-agent</a:t>
            </a:r>
            <a:r>
              <a:rPr lang="ru-RU" dirty="0" smtClean="0"/>
              <a:t> (менеджер ключей), чтобы он автоматически использовался при подключении.</a:t>
            </a:r>
          </a:p>
          <a:p>
            <a:endParaRPr lang="ru-RU" dirty="0" smtClean="0"/>
          </a:p>
          <a:p>
            <a:r>
              <a:rPr lang="ru-RU" dirty="0" smtClean="0"/>
              <a:t>Если ошибка "</a:t>
            </a:r>
            <a:r>
              <a:rPr lang="ru-RU" dirty="0" err="1" smtClean="0"/>
              <a:t>Could</a:t>
            </a:r>
            <a:r>
              <a:rPr lang="ru-RU" dirty="0" smtClean="0"/>
              <a:t> </a:t>
            </a:r>
            <a:r>
              <a:rPr lang="ru-RU" dirty="0" err="1" smtClean="0"/>
              <a:t>not</a:t>
            </a:r>
            <a:r>
              <a:rPr lang="ru-RU" dirty="0" smtClean="0"/>
              <a:t> </a:t>
            </a:r>
            <a:r>
              <a:rPr lang="ru-RU" dirty="0" err="1" smtClean="0"/>
              <a:t>open</a:t>
            </a:r>
            <a:r>
              <a:rPr lang="ru-RU" dirty="0" smtClean="0"/>
              <a:t> a </a:t>
            </a:r>
            <a:r>
              <a:rPr lang="ru-RU" dirty="0" err="1" smtClean="0"/>
              <a:t>connection</a:t>
            </a:r>
            <a:r>
              <a:rPr lang="ru-RU" dirty="0" smtClean="0"/>
              <a:t> </a:t>
            </a:r>
            <a:r>
              <a:rPr lang="ru-RU" dirty="0" err="1" smtClean="0"/>
              <a:t>to</a:t>
            </a:r>
            <a:r>
              <a:rPr lang="ru-RU" dirty="0" smtClean="0"/>
              <a:t> </a:t>
            </a:r>
            <a:r>
              <a:rPr lang="ru-RU" dirty="0" err="1" smtClean="0"/>
              <a:t>your</a:t>
            </a:r>
            <a:r>
              <a:rPr lang="ru-RU" dirty="0" smtClean="0"/>
              <a:t> </a:t>
            </a:r>
            <a:r>
              <a:rPr lang="ru-RU" dirty="0" err="1" smtClean="0"/>
              <a:t>authentication</a:t>
            </a:r>
            <a:r>
              <a:rPr lang="ru-RU" dirty="0" smtClean="0"/>
              <a:t> </a:t>
            </a:r>
            <a:r>
              <a:rPr lang="ru-RU" dirty="0" err="1" smtClean="0"/>
              <a:t>agent</a:t>
            </a:r>
            <a:r>
              <a:rPr lang="ru-RU" dirty="0" smtClean="0"/>
              <a:t>":</a:t>
            </a:r>
          </a:p>
          <a:p>
            <a:r>
              <a:rPr lang="ru-RU" dirty="0" smtClean="0"/>
              <a:t>- Windows (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Bash</a:t>
            </a:r>
            <a:r>
              <a:rPr lang="ru-RU" dirty="0" smtClean="0"/>
              <a:t>): </a:t>
            </a:r>
            <a:r>
              <a:rPr lang="ru-RU" dirty="0" err="1" smtClean="0"/>
              <a:t>eval</a:t>
            </a:r>
            <a:r>
              <a:rPr lang="ru-RU" dirty="0" smtClean="0"/>
              <a:t> $(</a:t>
            </a:r>
            <a:r>
              <a:rPr lang="ru-RU" dirty="0" err="1" smtClean="0"/>
              <a:t>ssh-agent</a:t>
            </a:r>
            <a:r>
              <a:rPr lang="ru-RU" dirty="0" smtClean="0"/>
              <a:t>)</a:t>
            </a:r>
          </a:p>
          <a:p>
            <a:r>
              <a:rPr lang="ru-RU" dirty="0" smtClean="0"/>
              <a:t>- Linux: </a:t>
            </a:r>
            <a:r>
              <a:rPr lang="ru-RU" dirty="0" err="1" smtClean="0"/>
              <a:t>eval</a:t>
            </a:r>
            <a:r>
              <a:rPr lang="ru-RU" dirty="0" smtClean="0"/>
              <a:t> $(</a:t>
            </a:r>
            <a:r>
              <a:rPr lang="ru-RU" dirty="0" err="1" smtClean="0"/>
              <a:t>ssh-agent</a:t>
            </a:r>
            <a:r>
              <a:rPr lang="ru-RU" dirty="0" smtClean="0"/>
              <a:t>) </a:t>
            </a:r>
          </a:p>
          <a:p>
            <a:endParaRPr lang="ru-RU" dirty="0" smtClean="0"/>
          </a:p>
          <a:p>
            <a:r>
              <a:rPr lang="ru-RU" dirty="0" smtClean="0"/>
              <a:t>Запускает </a:t>
            </a:r>
            <a:r>
              <a:rPr lang="ru-RU" dirty="0" err="1" smtClean="0"/>
              <a:t>ssh-agent</a:t>
            </a:r>
            <a:r>
              <a:rPr lang="ru-RU" dirty="0" smtClean="0"/>
              <a:t>, если он не был запущен ранее.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995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2850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0" dirty="0" smtClean="0">
                <a:effectLst/>
                <a:latin typeface="Mona Sans VF"/>
              </a:rPr>
              <a:t>Третий с половиной этап</a:t>
            </a:r>
            <a:endParaRPr lang="ru-RU" i="0" dirty="0">
              <a:effectLst/>
              <a:latin typeface="Mona Sans VF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6933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/>
            </a:pPr>
            <a:r>
              <a:rPr lang="ru-RU" b="0" i="0" dirty="0" smtClean="0">
                <a:effectLst/>
                <a:latin typeface="Mona Sans VF"/>
              </a:rPr>
              <a:t>Нажимаем на кнопку справа сверху где есть иконка вашего профиля и заходим в </a:t>
            </a:r>
            <a:r>
              <a:rPr lang="ru-RU" b="0" i="0" dirty="0" err="1" smtClean="0">
                <a:effectLst/>
                <a:latin typeface="Mona Sans VF"/>
              </a:rPr>
              <a:t>settings</a:t>
            </a:r>
            <a:endParaRPr lang="ru-RU" b="0" i="0" dirty="0">
              <a:effectLst/>
              <a:latin typeface="Mona Sans VF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596900" y="2452300"/>
            <a:ext cx="65" cy="276999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298138"/>
            <a:ext cx="8902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Шаг 1: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На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system-ui"/>
              </a:rPr>
              <a:t>GitHub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кликни по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effectLst/>
                <a:latin typeface="system-ui"/>
              </a:rPr>
              <a:t>аватару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профиля (правый верхний угол)</a:t>
            </a:r>
            <a:endParaRPr kumimoji="0" lang="ru-RU" altLang="ru-RU" sz="105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Шаг 2: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В выпадающем меню выбери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effectLst/>
                <a:latin typeface="system-ui"/>
              </a:rPr>
              <a:t>Settings</a:t>
            </a:r>
            <a:endParaRPr kumimoji="0" lang="ru-RU" altLang="ru-RU" sz="105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Шаг 3: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В левом меню найди раздел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SSH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effectLst/>
                <a:latin typeface="system-ui"/>
              </a:rPr>
              <a:t>and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GPG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effectLst/>
                <a:latin typeface="system-ui"/>
              </a:rPr>
              <a:t>keys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и нажми на него</a:t>
            </a:r>
            <a:endParaRPr kumimoji="0" lang="ru-RU" altLang="ru-RU" sz="105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Цель: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 попасть в раздел управления SSH-ключами, чтобы добавить свой публичный ключ (</a:t>
            </a:r>
            <a:r>
              <a:rPr kumimoji="0" lang="ru-RU" altLang="ru-RU" sz="1200" b="0" i="0" u="none" strike="noStrike" cap="none" normalizeH="0" baseline="0" dirty="0" smtClean="0">
                <a:ln>
                  <a:noFill/>
                </a:ln>
                <a:effectLst/>
                <a:latin typeface="ui-monospace"/>
              </a:rPr>
              <a:t>gitnsu.pub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effectLst/>
                <a:latin typeface="system-ui"/>
              </a:rPr>
              <a:t>) для авторизации.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5687" y="2775466"/>
            <a:ext cx="8421687" cy="422488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594" y="2775466"/>
            <a:ext cx="7816577" cy="422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4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82581" cy="1905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338" y="3186912"/>
            <a:ext cx="5216524" cy="367108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338" y="0"/>
            <a:ext cx="4648200" cy="308217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4200669"/>
            <a:ext cx="6878637" cy="265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1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0499" y="125949"/>
            <a:ext cx="572452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Шаг 4: Открой файл `.</a:t>
            </a:r>
            <a:r>
              <a:rPr lang="ru-RU" dirty="0" err="1" smtClean="0"/>
              <a:t>git</a:t>
            </a:r>
            <a:r>
              <a:rPr lang="ru-RU" dirty="0" smtClean="0"/>
              <a:t>/</a:t>
            </a:r>
            <a:r>
              <a:rPr lang="ru-RU" dirty="0" err="1" smtClean="0"/>
              <a:t>config</a:t>
            </a:r>
            <a:r>
              <a:rPr lang="ru-RU" dirty="0" smtClean="0"/>
              <a:t>` в папке </a:t>
            </a:r>
            <a:r>
              <a:rPr lang="ru-RU" dirty="0" err="1" smtClean="0"/>
              <a:t>репозитория</a:t>
            </a:r>
            <a:r>
              <a:rPr lang="ru-RU" dirty="0" smtClean="0"/>
              <a:t>. Найди строку:</a:t>
            </a:r>
          </a:p>
          <a:p>
            <a:r>
              <a:rPr lang="ru-RU" dirty="0" err="1" smtClean="0"/>
              <a:t>url</a:t>
            </a:r>
            <a:r>
              <a:rPr lang="ru-RU" dirty="0" smtClean="0"/>
              <a:t> = https://github.com/...</a:t>
            </a:r>
          </a:p>
          <a:p>
            <a:endParaRPr lang="ru-RU" dirty="0" smtClean="0"/>
          </a:p>
          <a:p>
            <a:r>
              <a:rPr lang="ru-RU" dirty="0" smtClean="0"/>
              <a:t>Замени на:</a:t>
            </a:r>
          </a:p>
          <a:p>
            <a:r>
              <a:rPr lang="en-US" dirty="0" err="1" smtClean="0"/>
              <a:t>url</a:t>
            </a:r>
            <a:r>
              <a:rPr lang="en-US" dirty="0" smtClean="0"/>
              <a:t> = https://github.com/IgorKozulin/MyOSTest.git</a:t>
            </a:r>
            <a:endParaRPr lang="ru-RU" dirty="0" smtClean="0"/>
          </a:p>
          <a:p>
            <a:r>
              <a:rPr lang="ru-RU" dirty="0" smtClean="0"/>
              <a:t>**Шаг 5:** Если ошибка `</a:t>
            </a:r>
            <a:r>
              <a:rPr lang="ru-RU" dirty="0" err="1" smtClean="0"/>
              <a:t>permission</a:t>
            </a:r>
            <a:r>
              <a:rPr lang="ru-RU" dirty="0" smtClean="0"/>
              <a:t> </a:t>
            </a:r>
            <a:r>
              <a:rPr lang="ru-RU" dirty="0" err="1" smtClean="0"/>
              <a:t>denied</a:t>
            </a:r>
            <a:r>
              <a:rPr lang="ru-RU" dirty="0" smtClean="0"/>
              <a:t>`:</a:t>
            </a:r>
          </a:p>
          <a:p>
            <a:r>
              <a:rPr lang="ru-RU" dirty="0" smtClean="0"/>
              <a:t>```</a:t>
            </a:r>
            <a:r>
              <a:rPr lang="ru-RU" dirty="0" err="1" smtClean="0"/>
              <a:t>bash</a:t>
            </a:r>
            <a:endParaRPr lang="ru-RU" dirty="0" smtClean="0"/>
          </a:p>
          <a:p>
            <a:r>
              <a:rPr lang="ru-RU" dirty="0" err="1" smtClean="0"/>
              <a:t>ssh-add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gitnsu</a:t>
            </a:r>
            <a:endParaRPr lang="ru-RU" dirty="0" smtClean="0"/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pull</a:t>
            </a:r>
            <a:endParaRPr lang="ru-RU" dirty="0" smtClean="0"/>
          </a:p>
          <a:p>
            <a:r>
              <a:rPr lang="ru-RU" dirty="0" smtClean="0"/>
              <a:t>```</a:t>
            </a:r>
          </a:p>
          <a:p>
            <a:r>
              <a:rPr lang="ru-RU" dirty="0" smtClean="0"/>
              <a:t>Это переключает </a:t>
            </a:r>
            <a:r>
              <a:rPr lang="ru-RU" dirty="0" err="1" smtClean="0"/>
              <a:t>репозиторий</a:t>
            </a:r>
            <a:r>
              <a:rPr lang="ru-RU" dirty="0" smtClean="0"/>
              <a:t> с HTTPS на SSH-аутентификацию через твой ключ.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0"/>
            <a:ext cx="4483689" cy="30384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164424"/>
            <a:ext cx="6686282" cy="353853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4002643"/>
            <a:ext cx="19449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0" dirty="0" smtClean="0">
                <a:effectLst/>
                <a:latin typeface="system-ui"/>
              </a:rPr>
              <a:t>Замени строку: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4355325"/>
            <a:ext cx="4893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 smtClean="0"/>
              <a:t>url</a:t>
            </a:r>
            <a:r>
              <a:rPr lang="ru-RU" dirty="0" smtClean="0"/>
              <a:t> = https://github.com/IgorKozulin/MyOSTest.git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4908032"/>
            <a:ext cx="4592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 smtClean="0"/>
              <a:t>url</a:t>
            </a:r>
            <a:r>
              <a:rPr lang="ru-RU" dirty="0" smtClean="0"/>
              <a:t> = </a:t>
            </a:r>
            <a:r>
              <a:rPr lang="ru-RU" dirty="0" err="1" smtClean="0"/>
              <a:t>git@github.com:IgorKozulin</a:t>
            </a:r>
            <a:r>
              <a:rPr lang="ru-RU" dirty="0" smtClean="0"/>
              <a:t>/</a:t>
            </a:r>
            <a:r>
              <a:rPr lang="ru-RU" dirty="0" err="1" smtClean="0"/>
              <a:t>MyOSTest.git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4631679"/>
            <a:ext cx="1385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0" dirty="0" smtClean="0">
                <a:effectLst/>
                <a:latin typeface="system-ui"/>
              </a:rPr>
              <a:t>На строку: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761" y="5117314"/>
            <a:ext cx="47863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b="1" dirty="0" smtClean="0"/>
          </a:p>
          <a:p>
            <a:r>
              <a:rPr lang="ru-RU" b="1" dirty="0" smtClean="0"/>
              <a:t>Теперь при `</a:t>
            </a:r>
            <a:r>
              <a:rPr lang="ru-RU" b="1" dirty="0" err="1" smtClean="0"/>
              <a:t>git</a:t>
            </a:r>
            <a:r>
              <a:rPr lang="ru-RU" b="1" dirty="0" smtClean="0"/>
              <a:t> </a:t>
            </a:r>
            <a:r>
              <a:rPr lang="ru-RU" b="1" dirty="0" err="1" smtClean="0"/>
              <a:t>push</a:t>
            </a:r>
            <a:r>
              <a:rPr lang="ru-RU" b="1" dirty="0" smtClean="0"/>
              <a:t>`/`</a:t>
            </a:r>
            <a:r>
              <a:rPr lang="ru-RU" b="1" dirty="0" err="1" smtClean="0"/>
              <a:t>git</a:t>
            </a:r>
            <a:r>
              <a:rPr lang="ru-RU" b="1" dirty="0" smtClean="0"/>
              <a:t> </a:t>
            </a:r>
            <a:r>
              <a:rPr lang="ru-RU" b="1" dirty="0" err="1" smtClean="0"/>
              <a:t>pull</a:t>
            </a:r>
            <a:r>
              <a:rPr lang="ru-RU" b="1" dirty="0" smtClean="0"/>
              <a:t>` будет использоваться SSH-ключ вместо пароля.</a:t>
            </a:r>
            <a:endParaRPr lang="ru-RU" b="1" dirty="0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90499" y="6040644"/>
            <a:ext cx="479107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Если при перезапуске терминала или </a:t>
            </a:r>
            <a:r>
              <a:rPr kumimoji="0" lang="ru-RU" altLang="ru-RU" sz="1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Git</a:t>
            </a: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 </a:t>
            </a:r>
            <a:r>
              <a:rPr kumimoji="0" lang="ru-RU" altLang="ru-RU" sz="1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Bash</a:t>
            </a: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 происходит ошибка </a:t>
            </a:r>
            <a:r>
              <a:rPr kumimoji="0" lang="ru-RU" altLang="ru-RU" sz="1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permission</a:t>
            </a: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 </a:t>
            </a:r>
            <a:r>
              <a:rPr kumimoji="0" lang="ru-RU" altLang="ru-RU" sz="12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denied</a:t>
            </a: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 повторите команду </a:t>
            </a:r>
            <a:r>
              <a:rPr kumimoji="0" lang="ru-RU" altLang="ru-RU" sz="9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ssh-add</a:t>
            </a:r>
            <a:r>
              <a:rPr kumimoji="0" lang="ru-RU" altLang="ru-RU" sz="9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 ~/.</a:t>
            </a:r>
            <a:r>
              <a:rPr kumimoji="0" lang="ru-RU" altLang="ru-RU" sz="9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ssh</a:t>
            </a:r>
            <a:r>
              <a:rPr kumimoji="0" lang="ru-RU" altLang="ru-RU" sz="9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/</a:t>
            </a:r>
            <a:r>
              <a:rPr kumimoji="0" lang="ru-RU" altLang="ru-RU" sz="9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gitnsu</a:t>
            </a:r>
            <a:r>
              <a:rPr kumimoji="0" lang="ru-RU" altLang="ru-RU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 Sans VF"/>
              </a:rPr>
              <a:t> и затем напишите </a:t>
            </a:r>
            <a:r>
              <a:rPr kumimoji="0" lang="ru-RU" altLang="ru-RU" sz="9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git</a:t>
            </a:r>
            <a:r>
              <a:rPr kumimoji="0" lang="ru-RU" altLang="ru-RU" sz="9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 </a:t>
            </a:r>
            <a:r>
              <a:rPr kumimoji="0" lang="ru-RU" altLang="ru-RU" sz="9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Monaspace Neon"/>
              </a:rPr>
              <a:t>pull</a:t>
            </a:r>
            <a:r>
              <a:rPr kumimoji="0" lang="ru-RU" altLang="ru-RU" sz="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ru-RU" altLang="ru-RU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3266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effectLst/>
                <a:latin typeface="Mona Sans VF"/>
              </a:rPr>
              <a:t>Четвертый Этап (работа с </a:t>
            </a:r>
            <a:r>
              <a:rPr lang="ru-RU" b="1" i="0" dirty="0" err="1" smtClean="0">
                <a:effectLst/>
                <a:latin typeface="Mona Sans VF"/>
              </a:rPr>
              <a:t>git</a:t>
            </a:r>
            <a:r>
              <a:rPr lang="ru-RU" b="1" i="0" dirty="0" smtClean="0">
                <a:effectLst/>
                <a:latin typeface="Mona Sans VF"/>
              </a:rPr>
              <a:t>)</a:t>
            </a:r>
          </a:p>
          <a:p>
            <a:pPr>
              <a:buFont typeface="+mj-lt"/>
              <a:buAutoNum type="arabicPeriod"/>
            </a:pPr>
            <a:r>
              <a:rPr lang="ru-RU" b="0" i="0" dirty="0" err="1" smtClean="0">
                <a:effectLst/>
                <a:latin typeface="Mona Sans VF"/>
              </a:rPr>
              <a:t>git</a:t>
            </a:r>
            <a:r>
              <a:rPr lang="ru-RU" b="0" i="0" dirty="0" smtClean="0">
                <a:effectLst/>
                <a:latin typeface="Mona Sans VF"/>
              </a:rPr>
              <a:t> </a:t>
            </a:r>
            <a:r>
              <a:rPr lang="ru-RU" b="0" i="0" dirty="0" err="1" smtClean="0">
                <a:effectLst/>
                <a:latin typeface="Mona Sans VF"/>
              </a:rPr>
              <a:t>init</a:t>
            </a:r>
            <a:r>
              <a:rPr lang="ru-RU" b="0" i="0" dirty="0" smtClean="0">
                <a:effectLst/>
                <a:latin typeface="Mona Sans VF"/>
              </a:rPr>
              <a:t> для инициализации </a:t>
            </a:r>
            <a:r>
              <a:rPr lang="ru-RU" b="0" i="0" dirty="0" err="1" smtClean="0">
                <a:effectLst/>
                <a:latin typeface="Mona Sans VF"/>
              </a:rPr>
              <a:t>репозитория</a:t>
            </a:r>
            <a:endParaRPr lang="ru-RU" b="0" i="0" dirty="0" smtClean="0">
              <a:effectLst/>
              <a:latin typeface="Mona Sans VF"/>
            </a:endParaRPr>
          </a:p>
          <a:p>
            <a:pPr>
              <a:buFont typeface="+mj-lt"/>
              <a:buAutoNum type="arabicPeriod"/>
            </a:pPr>
            <a:r>
              <a:rPr lang="ru-RU" b="0" i="0" dirty="0" err="1" smtClean="0">
                <a:effectLst/>
                <a:latin typeface="Mona Sans VF"/>
              </a:rPr>
              <a:t>git</a:t>
            </a:r>
            <a:r>
              <a:rPr lang="ru-RU" b="0" i="0" dirty="0" smtClean="0">
                <a:effectLst/>
                <a:latin typeface="Mona Sans VF"/>
              </a:rPr>
              <a:t> </a:t>
            </a:r>
            <a:r>
              <a:rPr lang="ru-RU" b="0" i="0" dirty="0" err="1" smtClean="0">
                <a:effectLst/>
                <a:latin typeface="Mona Sans VF"/>
              </a:rPr>
              <a:t>add</a:t>
            </a:r>
            <a:r>
              <a:rPr lang="ru-RU" b="0" i="0" dirty="0" smtClean="0">
                <a:effectLst/>
                <a:latin typeface="Mona Sans VF"/>
              </a:rPr>
              <a:t> &lt;Путь к вашей папке&gt; добавление в </a:t>
            </a:r>
            <a:r>
              <a:rPr lang="ru-RU" b="0" i="0" dirty="0" err="1" smtClean="0">
                <a:effectLst/>
                <a:latin typeface="Mona Sans VF"/>
              </a:rPr>
              <a:t>репозиторий</a:t>
            </a:r>
            <a:endParaRPr lang="ru-RU" b="0" i="0" dirty="0" smtClean="0">
              <a:effectLst/>
              <a:latin typeface="Mona Sans VF"/>
            </a:endParaRPr>
          </a:p>
          <a:p>
            <a:pPr>
              <a:buFont typeface="+mj-lt"/>
              <a:buAutoNum type="arabicPeriod"/>
            </a:pPr>
            <a:r>
              <a:rPr lang="ru-RU" b="0" i="0" dirty="0" err="1" smtClean="0">
                <a:effectLst/>
                <a:latin typeface="Mona Sans VF"/>
              </a:rPr>
              <a:t>git</a:t>
            </a:r>
            <a:r>
              <a:rPr lang="ru-RU" b="0" i="0" dirty="0" smtClean="0">
                <a:effectLst/>
                <a:latin typeface="Mona Sans VF"/>
              </a:rPr>
              <a:t> </a:t>
            </a:r>
            <a:r>
              <a:rPr lang="ru-RU" b="0" i="0" dirty="0" err="1" smtClean="0">
                <a:effectLst/>
                <a:latin typeface="Mona Sans VF"/>
              </a:rPr>
              <a:t>commit</a:t>
            </a:r>
            <a:r>
              <a:rPr lang="ru-RU" b="0" i="0" dirty="0" smtClean="0">
                <a:effectLst/>
                <a:latin typeface="Mona Sans VF"/>
              </a:rPr>
              <a:t> -m "&lt;Что-то написать&gt;" сделать </a:t>
            </a:r>
            <a:r>
              <a:rPr lang="ru-RU" b="0" i="0" dirty="0" err="1" smtClean="0">
                <a:effectLst/>
                <a:latin typeface="Mona Sans VF"/>
              </a:rPr>
              <a:t>коммит</a:t>
            </a:r>
            <a:endParaRPr lang="ru-RU" b="0" i="0" dirty="0" smtClean="0">
              <a:effectLst/>
              <a:latin typeface="Mona Sans VF"/>
            </a:endParaRPr>
          </a:p>
          <a:p>
            <a:pPr>
              <a:buFont typeface="+mj-lt"/>
              <a:buAutoNum type="arabicPeriod"/>
            </a:pPr>
            <a:r>
              <a:rPr lang="ru-RU" b="0" i="0" dirty="0" err="1" smtClean="0">
                <a:effectLst/>
                <a:latin typeface="Mona Sans VF"/>
              </a:rPr>
              <a:t>git</a:t>
            </a:r>
            <a:r>
              <a:rPr lang="ru-RU" b="0" i="0" dirty="0" smtClean="0">
                <a:effectLst/>
                <a:latin typeface="Mona Sans VF"/>
              </a:rPr>
              <a:t> </a:t>
            </a:r>
            <a:r>
              <a:rPr lang="ru-RU" b="0" i="0" dirty="0" err="1" smtClean="0">
                <a:effectLst/>
                <a:latin typeface="Mona Sans VF"/>
              </a:rPr>
              <a:t>push</a:t>
            </a:r>
            <a:r>
              <a:rPr lang="ru-RU" b="0" i="0" dirty="0" smtClean="0">
                <a:effectLst/>
                <a:latin typeface="Mona Sans VF"/>
              </a:rPr>
              <a:t> для загрузки на </a:t>
            </a:r>
            <a:r>
              <a:rPr lang="ru-RU" b="0" i="0" dirty="0" err="1" smtClean="0">
                <a:effectLst/>
                <a:latin typeface="Mona Sans VF"/>
              </a:rPr>
              <a:t>github</a:t>
            </a:r>
            <a:endParaRPr lang="ru-RU" b="0" i="0" dirty="0"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73837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4071600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### Инструкция по настройке SSH и загрузке </a:t>
            </a:r>
            <a:r>
              <a:rPr lang="ru-RU" sz="1400" dirty="0" err="1" smtClean="0"/>
              <a:t>репозитория</a:t>
            </a:r>
            <a:r>
              <a:rPr lang="ru-RU" sz="1400" dirty="0" smtClean="0"/>
              <a:t> на </a:t>
            </a:r>
            <a:r>
              <a:rPr lang="ru-RU" sz="1400" dirty="0" err="1" smtClean="0"/>
              <a:t>GitHub</a:t>
            </a:r>
            <a:endParaRPr lang="ru-RU" sz="1400" dirty="0" smtClean="0"/>
          </a:p>
          <a:p>
            <a:r>
              <a:rPr lang="ru-RU" sz="1400" dirty="0" smtClean="0"/>
              <a:t>1.  **Запуск агента и добавление ключа**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eval</a:t>
            </a:r>
            <a:r>
              <a:rPr lang="ru-RU" sz="1400" dirty="0" smtClean="0"/>
              <a:t> $(</a:t>
            </a:r>
            <a:r>
              <a:rPr lang="ru-RU" sz="1400" dirty="0" err="1" smtClean="0"/>
              <a:t>ssh-agent</a:t>
            </a:r>
            <a:r>
              <a:rPr lang="ru-RU" sz="1400" dirty="0" smtClean="0"/>
              <a:t>)          # Запуск </a:t>
            </a:r>
            <a:r>
              <a:rPr lang="ru-RU" sz="1400" dirty="0" err="1" smtClean="0"/>
              <a:t>ssh</a:t>
            </a:r>
            <a:r>
              <a:rPr lang="ru-RU" sz="1400" dirty="0" smtClean="0"/>
              <a:t>-агента в текущей сессии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ssh-add</a:t>
            </a:r>
            <a:r>
              <a:rPr lang="ru-RU" sz="1400" dirty="0" smtClean="0"/>
              <a:t> ~/.</a:t>
            </a:r>
            <a:r>
              <a:rPr lang="ru-RU" sz="1400" dirty="0" err="1" smtClean="0"/>
              <a:t>ssh</a:t>
            </a:r>
            <a:r>
              <a:rPr lang="ru-RU" sz="1400" dirty="0" smtClean="0"/>
              <a:t>/</a:t>
            </a:r>
            <a:r>
              <a:rPr lang="ru-RU" sz="1400" dirty="0" err="1" smtClean="0"/>
              <a:t>gitnsu</a:t>
            </a:r>
            <a:r>
              <a:rPr lang="ru-RU" sz="1400" dirty="0" smtClean="0"/>
              <a:t>      # Добавление приватного ключа в агент</a:t>
            </a:r>
          </a:p>
          <a:p>
            <a:r>
              <a:rPr lang="ru-RU" sz="1400" dirty="0" smtClean="0"/>
              <a:t>2.  **Инициализация </a:t>
            </a:r>
            <a:r>
              <a:rPr lang="ru-RU" sz="1400" dirty="0" err="1" smtClean="0"/>
              <a:t>репозитория</a:t>
            </a:r>
            <a:r>
              <a:rPr lang="ru-RU" sz="1400" dirty="0" smtClean="0"/>
              <a:t> и первый </a:t>
            </a:r>
            <a:r>
              <a:rPr lang="ru-RU" sz="1400" dirty="0" err="1" smtClean="0"/>
              <a:t>коммит</a:t>
            </a:r>
            <a:r>
              <a:rPr lang="ru-RU" sz="1400" dirty="0" smtClean="0"/>
              <a:t>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init</a:t>
            </a:r>
            <a:r>
              <a:rPr lang="ru-RU" sz="1400" dirty="0" smtClean="0"/>
              <a:t>                   # Создание локального </a:t>
            </a:r>
            <a:r>
              <a:rPr lang="ru-RU" sz="1400" dirty="0" err="1" smtClean="0"/>
              <a:t>репозитория</a:t>
            </a:r>
            <a:r>
              <a:rPr lang="ru-RU" sz="1400" dirty="0" smtClean="0"/>
              <a:t> (если отсутствует)</a:t>
            </a:r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add</a:t>
            </a:r>
            <a:r>
              <a:rPr lang="ru-RU" sz="1400" dirty="0" smtClean="0"/>
              <a:t> .                  # Добавление всех файлов в индекс</a:t>
            </a:r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commit</a:t>
            </a:r>
            <a:r>
              <a:rPr lang="ru-RU" sz="1400" dirty="0" smtClean="0"/>
              <a:t> -m "</a:t>
            </a:r>
            <a:r>
              <a:rPr lang="ru-RU" sz="1400" dirty="0" err="1" smtClean="0"/>
              <a:t>Initial</a:t>
            </a:r>
            <a:r>
              <a:rPr lang="ru-RU" sz="1400" dirty="0" smtClean="0"/>
              <a:t> </a:t>
            </a:r>
            <a:r>
              <a:rPr lang="ru-RU" sz="1400" dirty="0" err="1" smtClean="0"/>
              <a:t>commit</a:t>
            </a:r>
            <a:r>
              <a:rPr lang="ru-RU" sz="1400" dirty="0" smtClean="0"/>
              <a:t>"  # Фиксация изменений</a:t>
            </a:r>
          </a:p>
          <a:p>
            <a:r>
              <a:rPr lang="ru-RU" sz="1400" dirty="0" smtClean="0"/>
              <a:t>3.  **Устранение ошибок структуры**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rm</a:t>
            </a:r>
            <a:r>
              <a:rPr lang="ru-RU" sz="1400" dirty="0" smtClean="0"/>
              <a:t> --</a:t>
            </a:r>
            <a:r>
              <a:rPr lang="ru-RU" sz="1400" dirty="0" err="1" smtClean="0"/>
              <a:t>cached</a:t>
            </a:r>
            <a:r>
              <a:rPr lang="ru-RU" sz="1400" dirty="0" smtClean="0"/>
              <a:t> </a:t>
            </a:r>
            <a:r>
              <a:rPr lang="ru-RU" sz="1400" dirty="0" err="1" smtClean="0"/>
              <a:t>MyOSTest</a:t>
            </a:r>
            <a:r>
              <a:rPr lang="ru-RU" sz="1400" dirty="0" smtClean="0"/>
              <a:t>   # Удаление вложенного </a:t>
            </a:r>
            <a:r>
              <a:rPr lang="ru-RU" sz="1400" dirty="0" err="1" smtClean="0"/>
              <a:t>репозитория</a:t>
            </a:r>
            <a:r>
              <a:rPr lang="ru-RU" sz="1400" dirty="0" smtClean="0"/>
              <a:t> из индекса</a:t>
            </a:r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commit</a:t>
            </a:r>
            <a:r>
              <a:rPr lang="ru-RU" sz="1400" dirty="0" smtClean="0"/>
              <a:t> -m "</a:t>
            </a:r>
            <a:r>
              <a:rPr lang="ru-RU" sz="1400" dirty="0" err="1" smtClean="0"/>
              <a:t>Remove</a:t>
            </a:r>
            <a:r>
              <a:rPr lang="ru-RU" sz="1400" dirty="0" smtClean="0"/>
              <a:t> </a:t>
            </a:r>
            <a:r>
              <a:rPr lang="ru-RU" sz="1400" dirty="0" err="1" smtClean="0"/>
              <a:t>nested</a:t>
            </a:r>
            <a:r>
              <a:rPr lang="ru-RU" sz="1400" dirty="0" smtClean="0"/>
              <a:t> </a:t>
            </a:r>
            <a:r>
              <a:rPr lang="ru-RU" sz="1400" dirty="0" err="1" smtClean="0"/>
              <a:t>repo</a:t>
            </a:r>
            <a:r>
              <a:rPr lang="ru-RU" sz="1400" dirty="0" smtClean="0"/>
              <a:t>"  # Фиксация удаления</a:t>
            </a:r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branch</a:t>
            </a:r>
            <a:r>
              <a:rPr lang="ru-RU" sz="1400" dirty="0" smtClean="0"/>
              <a:t> -M </a:t>
            </a:r>
            <a:r>
              <a:rPr lang="ru-RU" sz="1400" dirty="0" err="1" smtClean="0"/>
              <a:t>main</a:t>
            </a:r>
            <a:r>
              <a:rPr lang="ru-RU" sz="1400" dirty="0" smtClean="0"/>
              <a:t>         # Переименование ветки </a:t>
            </a:r>
            <a:r>
              <a:rPr lang="ru-RU" sz="1400" dirty="0" err="1" smtClean="0"/>
              <a:t>master</a:t>
            </a:r>
            <a:r>
              <a:rPr lang="ru-RU" sz="1400" dirty="0" smtClean="0"/>
              <a:t> в </a:t>
            </a:r>
            <a:r>
              <a:rPr lang="ru-RU" sz="1400" dirty="0" err="1" smtClean="0"/>
              <a:t>main</a:t>
            </a:r>
            <a:endParaRPr lang="ru-RU" sz="1400" dirty="0" smtClean="0"/>
          </a:p>
          <a:p>
            <a:r>
              <a:rPr lang="ru-RU" sz="1400" dirty="0" smtClean="0"/>
              <a:t>4.  **Настройка удалённого </a:t>
            </a:r>
            <a:r>
              <a:rPr lang="ru-RU" sz="1400" dirty="0" err="1" smtClean="0"/>
              <a:t>репозитория</a:t>
            </a:r>
            <a:r>
              <a:rPr lang="ru-RU" sz="1400" dirty="0" smtClean="0"/>
              <a:t>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remote</a:t>
            </a:r>
            <a:r>
              <a:rPr lang="ru-RU" sz="1400" dirty="0" smtClean="0"/>
              <a:t> </a:t>
            </a:r>
            <a:r>
              <a:rPr lang="ru-RU" sz="1400" dirty="0" err="1" smtClean="0"/>
              <a:t>add</a:t>
            </a:r>
            <a:r>
              <a:rPr lang="ru-RU" sz="1400" dirty="0" smtClean="0"/>
              <a:t> </a:t>
            </a:r>
            <a:r>
              <a:rPr lang="ru-RU" sz="1400" dirty="0" err="1" smtClean="0"/>
              <a:t>origin</a:t>
            </a:r>
            <a:r>
              <a:rPr lang="ru-RU" sz="1400" dirty="0" smtClean="0"/>
              <a:t> </a:t>
            </a:r>
            <a:r>
              <a:rPr lang="ru-RU" sz="1400" dirty="0" err="1" smtClean="0"/>
              <a:t>git@github.com:IgorKozulin</a:t>
            </a:r>
            <a:r>
              <a:rPr lang="ru-RU" sz="1400" dirty="0" smtClean="0"/>
              <a:t>/</a:t>
            </a:r>
            <a:r>
              <a:rPr lang="ru-RU" sz="1400" dirty="0" err="1" smtClean="0"/>
              <a:t>MyOSTest.git</a:t>
            </a:r>
            <a:r>
              <a:rPr lang="ru-RU" sz="1400" dirty="0" smtClean="0"/>
              <a:t>  # Привязка удалённого </a:t>
            </a:r>
            <a:r>
              <a:rPr lang="ru-RU" sz="1400" dirty="0" err="1" smtClean="0"/>
              <a:t>репозитория</a:t>
            </a:r>
            <a:r>
              <a:rPr lang="ru-RU" sz="1400" dirty="0" smtClean="0"/>
              <a:t> по SSH</a:t>
            </a:r>
          </a:p>
          <a:p>
            <a:r>
              <a:rPr lang="ru-RU" sz="1400" dirty="0" smtClean="0"/>
              <a:t>5.  **Синхронизация с удалённым </a:t>
            </a:r>
            <a:r>
              <a:rPr lang="ru-RU" sz="1400" dirty="0" err="1" smtClean="0"/>
              <a:t>репозиторием</a:t>
            </a:r>
            <a:r>
              <a:rPr lang="ru-RU" sz="1400" dirty="0" smtClean="0"/>
              <a:t>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pull</a:t>
            </a:r>
            <a:r>
              <a:rPr lang="ru-RU" sz="1400" dirty="0" smtClean="0"/>
              <a:t> </a:t>
            </a:r>
            <a:r>
              <a:rPr lang="ru-RU" sz="1400" dirty="0" err="1" smtClean="0"/>
              <a:t>origin</a:t>
            </a:r>
            <a:r>
              <a:rPr lang="ru-RU" sz="1400" dirty="0" smtClean="0"/>
              <a:t> </a:t>
            </a:r>
            <a:r>
              <a:rPr lang="ru-RU" sz="1400" dirty="0" err="1" smtClean="0"/>
              <a:t>main</a:t>
            </a:r>
            <a:r>
              <a:rPr lang="ru-RU" sz="1400" dirty="0" smtClean="0"/>
              <a:t> --</a:t>
            </a:r>
            <a:r>
              <a:rPr lang="ru-RU" sz="1400" dirty="0" err="1" smtClean="0"/>
              <a:t>allow-unrelated-histories</a:t>
            </a:r>
            <a:r>
              <a:rPr lang="ru-RU" sz="1400" dirty="0" smtClean="0"/>
              <a:t>  # Объединение локальной и удалённой историй</a:t>
            </a:r>
          </a:p>
          <a:p>
            <a:r>
              <a:rPr lang="ru-RU" sz="1400" dirty="0" smtClean="0"/>
              <a:t>    # При запросе подтверждения хоста ввести: </a:t>
            </a:r>
            <a:r>
              <a:rPr lang="ru-RU" sz="1400" dirty="0" err="1" smtClean="0"/>
              <a:t>yes</a:t>
            </a:r>
            <a:endParaRPr lang="ru-RU" sz="1400" dirty="0" smtClean="0"/>
          </a:p>
          <a:p>
            <a:r>
              <a:rPr lang="ru-RU" sz="1400" dirty="0" smtClean="0"/>
              <a:t>6.  **Очистка истории от секретов (SSH-ключей)**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rm</a:t>
            </a:r>
            <a:r>
              <a:rPr lang="ru-RU" sz="1400" dirty="0" smtClean="0"/>
              <a:t> </a:t>
            </a:r>
            <a:r>
              <a:rPr lang="ru-RU" sz="1400" dirty="0" err="1" smtClean="0"/>
              <a:t>gitnsu</a:t>
            </a:r>
            <a:r>
              <a:rPr lang="ru-RU" sz="1400" dirty="0" smtClean="0"/>
              <a:t> gitnsu.pub   # Удаление ключей из рабочей директории</a:t>
            </a:r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commit</a:t>
            </a:r>
            <a:r>
              <a:rPr lang="ru-RU" sz="1400" dirty="0" smtClean="0"/>
              <a:t> -m "</a:t>
            </a:r>
            <a:r>
              <a:rPr lang="ru-RU" sz="1400" dirty="0" err="1" smtClean="0"/>
              <a:t>Remove</a:t>
            </a:r>
            <a:r>
              <a:rPr lang="ru-RU" sz="1400" dirty="0" smtClean="0"/>
              <a:t> SSH </a:t>
            </a:r>
            <a:r>
              <a:rPr lang="ru-RU" sz="1400" dirty="0" err="1" smtClean="0"/>
              <a:t>keys</a:t>
            </a:r>
            <a:r>
              <a:rPr lang="ru-RU" sz="1400" dirty="0" smtClean="0"/>
              <a:t>"  # Фиксация удаления</a:t>
            </a:r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filter-branch</a:t>
            </a:r>
            <a:r>
              <a:rPr lang="ru-RU" sz="1400" dirty="0" smtClean="0"/>
              <a:t> --</a:t>
            </a:r>
            <a:r>
              <a:rPr lang="ru-RU" sz="1400" dirty="0" err="1" smtClean="0"/>
              <a:t>force</a:t>
            </a:r>
            <a:r>
              <a:rPr lang="ru-RU" sz="1400" dirty="0" smtClean="0"/>
              <a:t> --</a:t>
            </a:r>
            <a:r>
              <a:rPr lang="ru-RU" sz="1400" dirty="0" err="1" smtClean="0"/>
              <a:t>index-filter</a:t>
            </a:r>
            <a:r>
              <a:rPr lang="ru-RU" sz="1400" dirty="0" smtClean="0"/>
              <a:t> '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rm</a:t>
            </a:r>
            <a:r>
              <a:rPr lang="ru-RU" sz="1400" dirty="0" smtClean="0"/>
              <a:t> --</a:t>
            </a:r>
            <a:r>
              <a:rPr lang="ru-RU" sz="1400" dirty="0" err="1" smtClean="0"/>
              <a:t>cached</a:t>
            </a:r>
            <a:r>
              <a:rPr lang="ru-RU" sz="1400" dirty="0" smtClean="0"/>
              <a:t> --</a:t>
            </a:r>
            <a:r>
              <a:rPr lang="ru-RU" sz="1400" dirty="0" err="1" smtClean="0"/>
              <a:t>ignore-unmatch</a:t>
            </a:r>
            <a:r>
              <a:rPr lang="ru-RU" sz="1400" dirty="0" smtClean="0"/>
              <a:t> </a:t>
            </a:r>
            <a:r>
              <a:rPr lang="ru-RU" sz="1400" dirty="0" err="1" smtClean="0"/>
              <a:t>gitnsu</a:t>
            </a:r>
            <a:r>
              <a:rPr lang="ru-RU" sz="1400" dirty="0" smtClean="0"/>
              <a:t> gitnsu.pub' HEAD  # Полное удаление ключей из всей истории </a:t>
            </a:r>
            <a:r>
              <a:rPr lang="ru-RU" sz="1400" dirty="0" err="1" smtClean="0"/>
              <a:t>коммитов</a:t>
            </a:r>
            <a:endParaRPr lang="ru-RU" sz="1400" dirty="0" smtClean="0"/>
          </a:p>
          <a:p>
            <a:r>
              <a:rPr lang="ru-RU" sz="1400" dirty="0" smtClean="0"/>
              <a:t>7.  **Финальная загрузка**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git</a:t>
            </a:r>
            <a:r>
              <a:rPr lang="ru-RU" sz="1400" dirty="0" smtClean="0"/>
              <a:t> </a:t>
            </a:r>
            <a:r>
              <a:rPr lang="ru-RU" sz="1400" dirty="0" err="1" smtClean="0"/>
              <a:t>push</a:t>
            </a:r>
            <a:r>
              <a:rPr lang="ru-RU" sz="1400" dirty="0" smtClean="0"/>
              <a:t> -u </a:t>
            </a:r>
            <a:r>
              <a:rPr lang="ru-RU" sz="1400" dirty="0" err="1" smtClean="0"/>
              <a:t>origin</a:t>
            </a:r>
            <a:r>
              <a:rPr lang="ru-RU" sz="1400" dirty="0" smtClean="0"/>
              <a:t> </a:t>
            </a:r>
            <a:r>
              <a:rPr lang="ru-RU" sz="1400" dirty="0" err="1" smtClean="0"/>
              <a:t>main</a:t>
            </a:r>
            <a:r>
              <a:rPr lang="ru-RU" sz="1400" dirty="0" smtClean="0"/>
              <a:t> --</a:t>
            </a:r>
            <a:r>
              <a:rPr lang="ru-RU" sz="1400" dirty="0" err="1" smtClean="0"/>
              <a:t>force</a:t>
            </a:r>
            <a:r>
              <a:rPr lang="ru-RU" sz="1400" dirty="0" smtClean="0"/>
              <a:t>  # Принудительная загрузка очищенной истории на </a:t>
            </a:r>
            <a:r>
              <a:rPr lang="ru-RU" sz="1400" dirty="0" err="1" smtClean="0"/>
              <a:t>GitHub</a:t>
            </a:r>
            <a:endParaRPr lang="ru-RU" sz="1400" dirty="0" smtClean="0"/>
          </a:p>
          <a:p>
            <a:r>
              <a:rPr lang="ru-RU" sz="1400" dirty="0" smtClean="0"/>
              <a:t>8.  **Перемещение ключей в безопасное место**</a:t>
            </a:r>
          </a:p>
          <a:p>
            <a:r>
              <a:rPr lang="ru-RU" sz="1400" dirty="0" smtClean="0"/>
              <a:t>    ```</a:t>
            </a:r>
            <a:r>
              <a:rPr lang="ru-RU" sz="1400" dirty="0" err="1" smtClean="0"/>
              <a:t>bash</a:t>
            </a:r>
            <a:endParaRPr lang="ru-RU" sz="1400" dirty="0" smtClean="0"/>
          </a:p>
          <a:p>
            <a:r>
              <a:rPr lang="ru-RU" sz="1400" dirty="0" smtClean="0"/>
              <a:t>    </a:t>
            </a:r>
            <a:r>
              <a:rPr lang="ru-RU" sz="1400" dirty="0" err="1" smtClean="0"/>
              <a:t>mv</a:t>
            </a:r>
            <a:r>
              <a:rPr lang="ru-RU" sz="1400" dirty="0" smtClean="0"/>
              <a:t> </a:t>
            </a:r>
            <a:r>
              <a:rPr lang="ru-RU" sz="1400" dirty="0" err="1" smtClean="0"/>
              <a:t>gitnsu</a:t>
            </a:r>
            <a:r>
              <a:rPr lang="ru-RU" sz="1400" dirty="0" smtClean="0"/>
              <a:t> gitnsu.pub ~/.</a:t>
            </a:r>
            <a:r>
              <a:rPr lang="ru-RU" sz="1400" dirty="0" err="1" smtClean="0"/>
              <a:t>ssh</a:t>
            </a:r>
            <a:r>
              <a:rPr lang="ru-RU" sz="1400" dirty="0" smtClean="0"/>
              <a:t>/  # Перенос ключей из папки проекта в стандартную директорию SSH</a:t>
            </a:r>
          </a:p>
          <a:p>
            <a:r>
              <a:rPr lang="ru-RU" sz="1400" dirty="0" smtClean="0"/>
              <a:t>    ```</a:t>
            </a:r>
            <a:endParaRPr lang="ru-RU" sz="1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87" y="232229"/>
            <a:ext cx="5904113" cy="33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6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85724" y="205085"/>
            <a:ext cx="85439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настроить </a:t>
            </a:r>
            <a:r>
              <a:rPr lang="ru-RU" dirty="0" err="1" smtClean="0"/>
              <a:t>Git</a:t>
            </a:r>
            <a:r>
              <a:rPr lang="ru-RU" dirty="0" smtClean="0"/>
              <a:t> на </a:t>
            </a:r>
            <a:r>
              <a:rPr lang="ru-RU" dirty="0" err="1" smtClean="0"/>
              <a:t>Solaris</a:t>
            </a:r>
            <a:r>
              <a:rPr lang="ru-RU" dirty="0" smtClean="0"/>
              <a:t>, чтобы он мог работать с твоим </a:t>
            </a:r>
            <a:r>
              <a:rPr lang="ru-RU" dirty="0" err="1" smtClean="0"/>
              <a:t>форком</a:t>
            </a:r>
            <a:r>
              <a:rPr lang="ru-RU" dirty="0" smtClean="0"/>
              <a:t> на </a:t>
            </a:r>
            <a:r>
              <a:rPr lang="ru-RU" dirty="0" err="1" smtClean="0"/>
              <a:t>GitHub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Выполни на </a:t>
            </a:r>
            <a:r>
              <a:rPr lang="ru-RU" dirty="0" err="1" smtClean="0"/>
              <a:t>Solaris</a:t>
            </a:r>
            <a:r>
              <a:rPr lang="ru-RU" dirty="0" smtClean="0"/>
              <a:t> (</a:t>
            </a:r>
            <a:r>
              <a:rPr lang="ru-RU" dirty="0" err="1" smtClean="0"/>
              <a:t>i.kozulin@fit-main</a:t>
            </a:r>
            <a:r>
              <a:rPr lang="ru-RU" dirty="0" smtClean="0"/>
              <a:t>:~$):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8150" y="92898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user.name "</a:t>
            </a:r>
            <a:r>
              <a:rPr lang="ru-RU" dirty="0" err="1" smtClean="0"/>
              <a:t>Igor</a:t>
            </a:r>
            <a:r>
              <a:rPr lang="ru-RU" dirty="0" smtClean="0"/>
              <a:t> </a:t>
            </a:r>
            <a:r>
              <a:rPr lang="ru-RU" dirty="0" err="1" smtClean="0"/>
              <a:t>Kozulin</a:t>
            </a:r>
            <a:r>
              <a:rPr lang="ru-RU" dirty="0" smtClean="0"/>
              <a:t>"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</a:t>
            </a:r>
            <a:r>
              <a:rPr lang="ru-RU" dirty="0" err="1" smtClean="0"/>
              <a:t>user.email</a:t>
            </a:r>
            <a:r>
              <a:rPr lang="ru-RU" dirty="0" smtClean="0"/>
              <a:t> "i.kozulin@g.nsu.ru"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</a:t>
            </a:r>
            <a:r>
              <a:rPr lang="ru-RU" dirty="0" err="1" smtClean="0"/>
              <a:t>core.sshCommand</a:t>
            </a:r>
            <a:r>
              <a:rPr lang="ru-RU" dirty="0" smtClean="0"/>
              <a:t> "</a:t>
            </a:r>
            <a:r>
              <a:rPr lang="ru-RU" dirty="0" err="1" smtClean="0"/>
              <a:t>ssh</a:t>
            </a:r>
            <a:r>
              <a:rPr lang="ru-RU" dirty="0" smtClean="0"/>
              <a:t> -i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r>
              <a:rPr lang="ru-RU" dirty="0" smtClean="0"/>
              <a:t>"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055" y="2590799"/>
            <a:ext cx="7367945" cy="34766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38150" y="2036891"/>
            <a:ext cx="5324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clone</a:t>
            </a:r>
            <a:r>
              <a:rPr lang="ru-RU" dirty="0" smtClean="0"/>
              <a:t> </a:t>
            </a:r>
            <a:r>
              <a:rPr lang="en-US" dirty="0" smtClean="0"/>
              <a:t>https://github.com/IgorKozulin/MyOSTest.git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2876549"/>
            <a:ext cx="1154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Проверка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3297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2424" y="394692"/>
            <a:ext cx="869632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i.kozulin@fit-main</a:t>
            </a:r>
            <a:r>
              <a:rPr lang="ru-RU" dirty="0" smtClean="0"/>
              <a:t>:~$ </a:t>
            </a:r>
            <a:r>
              <a:rPr lang="ru-RU" dirty="0" err="1" smtClean="0"/>
              <a:t>ssh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endParaRPr lang="ru-RU" dirty="0" smtClean="0"/>
          </a:p>
          <a:p>
            <a:r>
              <a:rPr lang="ru-RU" dirty="0" err="1" smtClean="0"/>
              <a:t>The</a:t>
            </a:r>
            <a:r>
              <a:rPr lang="ru-RU" dirty="0" smtClean="0"/>
              <a:t> </a:t>
            </a:r>
            <a:r>
              <a:rPr lang="ru-RU" dirty="0" err="1" smtClean="0"/>
              <a:t>Illumos</a:t>
            </a:r>
            <a:r>
              <a:rPr lang="ru-RU" dirty="0" smtClean="0"/>
              <a:t> </a:t>
            </a:r>
            <a:r>
              <a:rPr lang="ru-RU" dirty="0" err="1" smtClean="0"/>
              <a:t>Project</a:t>
            </a:r>
            <a:r>
              <a:rPr lang="ru-RU" dirty="0" smtClean="0"/>
              <a:t>     </a:t>
            </a:r>
            <a:r>
              <a:rPr lang="ru-RU" dirty="0" err="1" smtClean="0"/>
              <a:t>SunOS</a:t>
            </a:r>
            <a:r>
              <a:rPr lang="ru-RU" dirty="0" smtClean="0"/>
              <a:t> 5.11      illumos-8b06eaf6ac      </a:t>
            </a:r>
            <a:r>
              <a:rPr lang="ru-RU" dirty="0" err="1" smtClean="0"/>
              <a:t>February</a:t>
            </a:r>
            <a:r>
              <a:rPr lang="ru-RU" dirty="0" smtClean="0"/>
              <a:t> 2020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user.name "</a:t>
            </a:r>
            <a:r>
              <a:rPr lang="ru-RU" dirty="0" err="1" smtClean="0"/>
              <a:t>Igor</a:t>
            </a:r>
            <a:r>
              <a:rPr lang="ru-RU" dirty="0" smtClean="0"/>
              <a:t> </a:t>
            </a:r>
            <a:r>
              <a:rPr lang="ru-RU" dirty="0" err="1" smtClean="0"/>
              <a:t>Kozulin</a:t>
            </a:r>
            <a:r>
              <a:rPr lang="ru-RU" dirty="0" smtClean="0"/>
              <a:t>"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</a:t>
            </a:r>
            <a:r>
              <a:rPr lang="ru-RU" dirty="0" err="1" smtClean="0"/>
              <a:t>user.email</a:t>
            </a:r>
            <a:r>
              <a:rPr lang="ru-RU" dirty="0" smtClean="0"/>
              <a:t> "i.kozulin@g.nsu.ru"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</a:t>
            </a:r>
            <a:r>
              <a:rPr lang="ru-RU" dirty="0" err="1" smtClean="0"/>
              <a:t>core.sshCommand</a:t>
            </a:r>
            <a:r>
              <a:rPr lang="ru-RU" dirty="0" smtClean="0"/>
              <a:t> "</a:t>
            </a:r>
            <a:r>
              <a:rPr lang="ru-RU" dirty="0" err="1" smtClean="0"/>
              <a:t>ssh</a:t>
            </a:r>
            <a:r>
              <a:rPr lang="ru-RU" dirty="0" smtClean="0"/>
              <a:t> -i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r>
              <a:rPr lang="ru-RU" dirty="0" smtClean="0"/>
              <a:t>"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:~$ 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clone</a:t>
            </a:r>
            <a:r>
              <a:rPr lang="ru-RU" dirty="0" smtClean="0"/>
              <a:t> https://github.com/IgorKozulin/MyOSTest.git</a:t>
            </a:r>
          </a:p>
          <a:p>
            <a:r>
              <a:rPr lang="ru-RU" dirty="0" err="1" smtClean="0"/>
              <a:t>Cloning</a:t>
            </a:r>
            <a:r>
              <a:rPr lang="ru-RU" dirty="0" smtClean="0"/>
              <a:t> </a:t>
            </a:r>
            <a:r>
              <a:rPr lang="ru-RU" dirty="0" err="1" smtClean="0"/>
              <a:t>into</a:t>
            </a:r>
            <a:r>
              <a:rPr lang="ru-RU" dirty="0" smtClean="0"/>
              <a:t> '</a:t>
            </a:r>
            <a:r>
              <a:rPr lang="ru-RU" dirty="0" err="1" smtClean="0"/>
              <a:t>MyOSTest</a:t>
            </a:r>
            <a:r>
              <a:rPr lang="ru-RU" dirty="0" smtClean="0"/>
              <a:t>'...</a:t>
            </a:r>
          </a:p>
          <a:p>
            <a:r>
              <a:rPr lang="ru-RU" dirty="0" err="1" smtClean="0"/>
              <a:t>remote</a:t>
            </a:r>
            <a:r>
              <a:rPr lang="ru-RU" dirty="0" smtClean="0"/>
              <a:t>: </a:t>
            </a:r>
            <a:r>
              <a:rPr lang="ru-RU" dirty="0" err="1" smtClean="0"/>
              <a:t>Enumerating</a:t>
            </a:r>
            <a:r>
              <a:rPr lang="ru-RU" dirty="0" smtClean="0"/>
              <a:t> </a:t>
            </a:r>
            <a:r>
              <a:rPr lang="ru-RU" dirty="0" err="1" smtClean="0"/>
              <a:t>objects</a:t>
            </a:r>
            <a:r>
              <a:rPr lang="ru-RU" dirty="0" smtClean="0"/>
              <a:t>: 18, </a:t>
            </a:r>
            <a:r>
              <a:rPr lang="ru-RU" dirty="0" err="1" smtClean="0"/>
              <a:t>done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remote</a:t>
            </a:r>
            <a:r>
              <a:rPr lang="ru-RU" dirty="0" smtClean="0"/>
              <a:t>: </a:t>
            </a:r>
            <a:r>
              <a:rPr lang="ru-RU" dirty="0" err="1" smtClean="0"/>
              <a:t>Counting</a:t>
            </a:r>
            <a:r>
              <a:rPr lang="ru-RU" dirty="0" smtClean="0"/>
              <a:t> </a:t>
            </a:r>
            <a:r>
              <a:rPr lang="ru-RU" dirty="0" err="1" smtClean="0"/>
              <a:t>objects</a:t>
            </a:r>
            <a:r>
              <a:rPr lang="ru-RU" dirty="0" smtClean="0"/>
              <a:t>: 100% (18/18), </a:t>
            </a:r>
            <a:r>
              <a:rPr lang="ru-RU" dirty="0" err="1" smtClean="0"/>
              <a:t>done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remote</a:t>
            </a:r>
            <a:r>
              <a:rPr lang="ru-RU" dirty="0" smtClean="0"/>
              <a:t>: </a:t>
            </a:r>
            <a:r>
              <a:rPr lang="ru-RU" dirty="0" err="1" smtClean="0"/>
              <a:t>Compressing</a:t>
            </a:r>
            <a:r>
              <a:rPr lang="ru-RU" dirty="0" smtClean="0"/>
              <a:t> </a:t>
            </a:r>
            <a:r>
              <a:rPr lang="ru-RU" dirty="0" err="1" smtClean="0"/>
              <a:t>objects</a:t>
            </a:r>
            <a:r>
              <a:rPr lang="ru-RU" dirty="0" smtClean="0"/>
              <a:t>: 100% (13/13), </a:t>
            </a:r>
            <a:r>
              <a:rPr lang="ru-RU" dirty="0" err="1" smtClean="0"/>
              <a:t>done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remote</a:t>
            </a:r>
            <a:r>
              <a:rPr lang="ru-RU" dirty="0" smtClean="0"/>
              <a:t>: </a:t>
            </a:r>
            <a:r>
              <a:rPr lang="ru-RU" dirty="0" err="1" smtClean="0"/>
              <a:t>Total</a:t>
            </a:r>
            <a:r>
              <a:rPr lang="ru-RU" dirty="0" smtClean="0"/>
              <a:t> 18 (</a:t>
            </a:r>
            <a:r>
              <a:rPr lang="ru-RU" dirty="0" err="1" smtClean="0"/>
              <a:t>delta</a:t>
            </a:r>
            <a:r>
              <a:rPr lang="ru-RU" dirty="0" smtClean="0"/>
              <a:t> 1), </a:t>
            </a:r>
            <a:r>
              <a:rPr lang="ru-RU" dirty="0" err="1" smtClean="0"/>
              <a:t>reused</a:t>
            </a:r>
            <a:r>
              <a:rPr lang="ru-RU" dirty="0" smtClean="0"/>
              <a:t> 18 (</a:t>
            </a:r>
            <a:r>
              <a:rPr lang="ru-RU" dirty="0" err="1" smtClean="0"/>
              <a:t>delta</a:t>
            </a:r>
            <a:r>
              <a:rPr lang="ru-RU" dirty="0" smtClean="0"/>
              <a:t> 1), </a:t>
            </a:r>
            <a:r>
              <a:rPr lang="ru-RU" dirty="0" err="1" smtClean="0"/>
              <a:t>pack-reused</a:t>
            </a:r>
            <a:r>
              <a:rPr lang="ru-RU" dirty="0" smtClean="0"/>
              <a:t> 0 (</a:t>
            </a:r>
            <a:r>
              <a:rPr lang="ru-RU" dirty="0" err="1" smtClean="0"/>
              <a:t>from</a:t>
            </a:r>
            <a:r>
              <a:rPr lang="ru-RU" dirty="0" smtClean="0"/>
              <a:t> 0)</a:t>
            </a:r>
          </a:p>
          <a:p>
            <a:r>
              <a:rPr lang="ru-RU" dirty="0" err="1" smtClean="0"/>
              <a:t>Unpacking</a:t>
            </a:r>
            <a:r>
              <a:rPr lang="ru-RU" dirty="0" smtClean="0"/>
              <a:t> </a:t>
            </a:r>
            <a:r>
              <a:rPr lang="ru-RU" dirty="0" err="1" smtClean="0"/>
              <a:t>objects</a:t>
            </a:r>
            <a:r>
              <a:rPr lang="ru-RU" dirty="0" smtClean="0"/>
              <a:t>: 100% (18/18), 3.34 </a:t>
            </a:r>
            <a:r>
              <a:rPr lang="ru-RU" dirty="0" err="1" smtClean="0"/>
              <a:t>MiB</a:t>
            </a:r>
            <a:r>
              <a:rPr lang="ru-RU" dirty="0" smtClean="0"/>
              <a:t> | 462.00 </a:t>
            </a:r>
            <a:r>
              <a:rPr lang="ru-RU" dirty="0" err="1" smtClean="0"/>
              <a:t>KiB</a:t>
            </a:r>
            <a:r>
              <a:rPr lang="ru-RU" dirty="0" smtClean="0"/>
              <a:t>/s, </a:t>
            </a:r>
            <a:r>
              <a:rPr lang="ru-RU" dirty="0" err="1" smtClean="0"/>
              <a:t>done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:~$ </a:t>
            </a:r>
            <a:r>
              <a:rPr lang="ru-RU" dirty="0" err="1" smtClean="0"/>
              <a:t>ls</a:t>
            </a:r>
            <a:endParaRPr lang="ru-RU" dirty="0" smtClean="0"/>
          </a:p>
          <a:p>
            <a:r>
              <a:rPr lang="ru-RU" dirty="0" err="1" smtClean="0"/>
              <a:t>MyOSTest</a:t>
            </a:r>
            <a:r>
              <a:rPr lang="ru-RU" dirty="0" smtClean="0"/>
              <a:t>    gitnsu.pub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:~$ </a:t>
            </a:r>
            <a:r>
              <a:rPr lang="ru-RU" dirty="0" err="1" smtClean="0"/>
              <a:t>cd</a:t>
            </a:r>
            <a:r>
              <a:rPr lang="ru-RU" dirty="0" smtClean="0"/>
              <a:t> </a:t>
            </a:r>
            <a:r>
              <a:rPr lang="ru-RU" dirty="0" err="1" smtClean="0"/>
              <a:t>MyOSTest</a:t>
            </a:r>
            <a:r>
              <a:rPr lang="ru-RU" dirty="0" smtClean="0"/>
              <a:t>/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:~/</a:t>
            </a:r>
            <a:r>
              <a:rPr lang="ru-RU" dirty="0" err="1" smtClean="0"/>
              <a:t>MyOSTest</a:t>
            </a:r>
            <a:r>
              <a:rPr lang="ru-RU" dirty="0" smtClean="0"/>
              <a:t>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status</a:t>
            </a:r>
            <a:endParaRPr lang="ru-RU" dirty="0" smtClean="0"/>
          </a:p>
          <a:p>
            <a:r>
              <a:rPr lang="ru-RU" dirty="0" err="1" smtClean="0"/>
              <a:t>On</a:t>
            </a:r>
            <a:r>
              <a:rPr lang="ru-RU" dirty="0" smtClean="0"/>
              <a:t> </a:t>
            </a:r>
            <a:r>
              <a:rPr lang="ru-RU" dirty="0" err="1" smtClean="0"/>
              <a:t>branch</a:t>
            </a:r>
            <a:r>
              <a:rPr lang="ru-RU" dirty="0" smtClean="0"/>
              <a:t> </a:t>
            </a:r>
            <a:r>
              <a:rPr lang="ru-RU" dirty="0" err="1" smtClean="0"/>
              <a:t>main</a:t>
            </a:r>
            <a:endParaRPr lang="ru-RU" dirty="0" smtClean="0"/>
          </a:p>
          <a:p>
            <a:r>
              <a:rPr lang="ru-RU" dirty="0" err="1" smtClean="0"/>
              <a:t>Your</a:t>
            </a:r>
            <a:r>
              <a:rPr lang="ru-RU" dirty="0" smtClean="0"/>
              <a:t> </a:t>
            </a:r>
            <a:r>
              <a:rPr lang="ru-RU" dirty="0" err="1" smtClean="0"/>
              <a:t>branch</a:t>
            </a:r>
            <a:r>
              <a:rPr lang="ru-RU" dirty="0" smtClean="0"/>
              <a:t> </a:t>
            </a:r>
            <a:r>
              <a:rPr lang="ru-RU" dirty="0" err="1" smtClean="0"/>
              <a:t>is</a:t>
            </a:r>
            <a:r>
              <a:rPr lang="ru-RU" dirty="0" smtClean="0"/>
              <a:t> </a:t>
            </a:r>
            <a:r>
              <a:rPr lang="ru-RU" dirty="0" err="1" smtClean="0"/>
              <a:t>up</a:t>
            </a:r>
            <a:r>
              <a:rPr lang="ru-RU" dirty="0" smtClean="0"/>
              <a:t> </a:t>
            </a:r>
            <a:r>
              <a:rPr lang="ru-RU" dirty="0" err="1" smtClean="0"/>
              <a:t>to</a:t>
            </a:r>
            <a:r>
              <a:rPr lang="ru-RU" dirty="0" smtClean="0"/>
              <a:t> </a:t>
            </a:r>
            <a:r>
              <a:rPr lang="ru-RU" dirty="0" err="1" smtClean="0"/>
              <a:t>date</a:t>
            </a:r>
            <a:r>
              <a:rPr lang="ru-RU" dirty="0" smtClean="0"/>
              <a:t> </a:t>
            </a:r>
            <a:r>
              <a:rPr lang="ru-RU" dirty="0" err="1" smtClean="0"/>
              <a:t>with</a:t>
            </a:r>
            <a:r>
              <a:rPr lang="ru-RU" dirty="0" smtClean="0"/>
              <a:t> '</a:t>
            </a:r>
            <a:r>
              <a:rPr lang="ru-RU" dirty="0" err="1" smtClean="0"/>
              <a:t>origin</a:t>
            </a:r>
            <a:r>
              <a:rPr lang="ru-RU" dirty="0" smtClean="0"/>
              <a:t>/</a:t>
            </a:r>
            <a:r>
              <a:rPr lang="ru-RU" dirty="0" err="1" smtClean="0"/>
              <a:t>main</a:t>
            </a:r>
            <a:r>
              <a:rPr lang="ru-RU" dirty="0" smtClean="0"/>
              <a:t>'.</a:t>
            </a:r>
          </a:p>
          <a:p>
            <a:endParaRPr lang="ru-RU" dirty="0" smtClean="0"/>
          </a:p>
          <a:p>
            <a:r>
              <a:rPr lang="ru-RU" dirty="0" err="1" smtClean="0"/>
              <a:t>nothing</a:t>
            </a:r>
            <a:r>
              <a:rPr lang="ru-RU" dirty="0" smtClean="0"/>
              <a:t> </a:t>
            </a:r>
            <a:r>
              <a:rPr lang="ru-RU" dirty="0" err="1" smtClean="0"/>
              <a:t>to</a:t>
            </a:r>
            <a:r>
              <a:rPr lang="ru-RU" dirty="0" smtClean="0"/>
              <a:t> </a:t>
            </a:r>
            <a:r>
              <a:rPr lang="ru-RU" dirty="0" err="1" smtClean="0"/>
              <a:t>commit</a:t>
            </a:r>
            <a:r>
              <a:rPr lang="ru-RU" dirty="0" smtClean="0"/>
              <a:t>, </a:t>
            </a:r>
            <a:r>
              <a:rPr lang="ru-RU" dirty="0" err="1" smtClean="0"/>
              <a:t>working</a:t>
            </a:r>
            <a:r>
              <a:rPr lang="ru-RU" dirty="0" smtClean="0"/>
              <a:t> </a:t>
            </a:r>
            <a:r>
              <a:rPr lang="ru-RU" dirty="0" err="1" smtClean="0"/>
              <a:t>tree</a:t>
            </a:r>
            <a:r>
              <a:rPr lang="ru-RU" dirty="0" smtClean="0"/>
              <a:t> </a:t>
            </a:r>
            <a:r>
              <a:rPr lang="ru-RU" dirty="0" err="1" smtClean="0"/>
              <a:t>clean</a:t>
            </a:r>
            <a:endParaRPr lang="ru-RU" dirty="0" smtClean="0"/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:~/</a:t>
            </a:r>
            <a:r>
              <a:rPr lang="ru-RU" dirty="0" err="1" smtClean="0"/>
              <a:t>MyOSTest</a:t>
            </a:r>
            <a:r>
              <a:rPr lang="ru-RU" dirty="0" smtClean="0"/>
              <a:t>$ 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pull</a:t>
            </a:r>
            <a:endParaRPr lang="ru-RU" dirty="0" smtClean="0"/>
          </a:p>
          <a:p>
            <a:r>
              <a:rPr lang="ru-RU" dirty="0" err="1" smtClean="0"/>
              <a:t>Already</a:t>
            </a:r>
            <a:r>
              <a:rPr lang="ru-RU" dirty="0" smtClean="0"/>
              <a:t> </a:t>
            </a:r>
            <a:r>
              <a:rPr lang="ru-RU" dirty="0" err="1" smtClean="0"/>
              <a:t>up</a:t>
            </a:r>
            <a:r>
              <a:rPr lang="ru-RU" dirty="0" smtClean="0"/>
              <a:t> </a:t>
            </a:r>
            <a:r>
              <a:rPr lang="ru-RU" dirty="0" err="1" smtClean="0"/>
              <a:t>to</a:t>
            </a:r>
            <a:r>
              <a:rPr lang="ru-RU" dirty="0" smtClean="0"/>
              <a:t> </a:t>
            </a:r>
            <a:r>
              <a:rPr lang="ru-RU" dirty="0" err="1" smtClean="0"/>
              <a:t>date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i.kozulin@fit-main</a:t>
            </a:r>
            <a:r>
              <a:rPr lang="ru-RU" dirty="0" smtClean="0"/>
              <a:t>:~/</a:t>
            </a:r>
            <a:r>
              <a:rPr lang="ru-RU" dirty="0" err="1" smtClean="0"/>
              <a:t>MyOSTest</a:t>
            </a:r>
            <a:r>
              <a:rPr lang="ru-RU" dirty="0" smtClean="0"/>
              <a:t>$ 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52424" y="25360"/>
            <a:ext cx="1154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Проверка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3416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28702" y="110609"/>
            <a:ext cx="50384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Зафиксировать изменения и отправить на </a:t>
            </a:r>
            <a:r>
              <a:rPr lang="ru-RU" dirty="0" err="1" smtClean="0"/>
              <a:t>GitHub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28702" y="40511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add</a:t>
            </a:r>
            <a:r>
              <a:rPr lang="ru-RU" dirty="0" smtClean="0"/>
              <a:t> .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commit</a:t>
            </a:r>
            <a:r>
              <a:rPr lang="ru-RU" dirty="0" smtClean="0"/>
              <a:t> -m "</a:t>
            </a:r>
            <a:r>
              <a:rPr lang="ru-RU" dirty="0" err="1" smtClean="0"/>
              <a:t>Test</a:t>
            </a:r>
            <a:r>
              <a:rPr lang="ru-RU" dirty="0" smtClean="0"/>
              <a:t> </a:t>
            </a:r>
            <a:r>
              <a:rPr lang="ru-RU" dirty="0" err="1" smtClean="0"/>
              <a:t>commit</a:t>
            </a:r>
            <a:r>
              <a:rPr lang="ru-RU" dirty="0" smtClean="0"/>
              <a:t> </a:t>
            </a:r>
            <a:r>
              <a:rPr lang="ru-RU" dirty="0" err="1" smtClean="0"/>
              <a:t>from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r>
              <a:rPr lang="ru-RU" dirty="0" smtClean="0"/>
              <a:t>"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push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77370" y="1517125"/>
            <a:ext cx="11117943" cy="12557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итоговый список команд, которые привели к успешной настройке:</a:t>
            </a:r>
          </a:p>
          <a:p>
            <a:endParaRPr lang="ru-RU" dirty="0" smtClean="0"/>
          </a:p>
          <a:p>
            <a:r>
              <a:rPr lang="ru-RU" dirty="0" smtClean="0"/>
              <a:t>### 1. На Windows (</a:t>
            </a:r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Bash</a:t>
            </a:r>
            <a:r>
              <a:rPr lang="ru-RU" dirty="0" smtClean="0"/>
              <a:t>)</a:t>
            </a:r>
          </a:p>
          <a:p>
            <a:r>
              <a:rPr lang="ru-RU" dirty="0" smtClean="0"/>
              <a:t>```</a:t>
            </a:r>
            <a:r>
              <a:rPr lang="ru-RU" dirty="0" err="1" smtClean="0"/>
              <a:t>bash</a:t>
            </a:r>
            <a:endParaRPr lang="ru-RU" dirty="0" smtClean="0"/>
          </a:p>
          <a:p>
            <a:r>
              <a:rPr lang="ru-RU" dirty="0" err="1" smtClean="0"/>
              <a:t>ssh-keygen</a:t>
            </a:r>
            <a:r>
              <a:rPr lang="ru-RU" dirty="0" smtClean="0"/>
              <a:t> -t </a:t>
            </a:r>
            <a:r>
              <a:rPr lang="ru-RU" dirty="0" err="1" smtClean="0"/>
              <a:t>rsa</a:t>
            </a:r>
            <a:r>
              <a:rPr lang="ru-RU" dirty="0" smtClean="0"/>
              <a:t> -f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gitnsu</a:t>
            </a:r>
            <a:r>
              <a:rPr lang="ru-RU" dirty="0" smtClean="0"/>
              <a:t>       # Создание ключа </a:t>
            </a:r>
            <a:r>
              <a:rPr lang="ru-RU" dirty="0" err="1" smtClean="0"/>
              <a:t>gitnsu</a:t>
            </a:r>
            <a:r>
              <a:rPr lang="ru-RU" dirty="0" smtClean="0"/>
              <a:t> (без пароля)</a:t>
            </a:r>
          </a:p>
          <a:p>
            <a:r>
              <a:rPr lang="ru-RU" dirty="0" err="1" smtClean="0"/>
              <a:t>scp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/gitnsu.pub i.kozulin@ccfit.nsu.ru:~/gitnsu.pub  # Загрузка публичного ключа на шлюз</a:t>
            </a:r>
          </a:p>
          <a:p>
            <a:r>
              <a:rPr lang="ru-RU" dirty="0" smtClean="0"/>
              <a:t>```</a:t>
            </a:r>
          </a:p>
          <a:p>
            <a:endParaRPr lang="ru-RU" dirty="0" smtClean="0"/>
          </a:p>
          <a:p>
            <a:r>
              <a:rPr lang="ru-RU" dirty="0" smtClean="0"/>
              <a:t>### 2. На шлюзе ccfit.nsu.ru (</a:t>
            </a:r>
            <a:r>
              <a:rPr lang="ru-RU" dirty="0" err="1" smtClean="0"/>
              <a:t>mephisto</a:t>
            </a:r>
            <a:r>
              <a:rPr lang="ru-RU" dirty="0" smtClean="0"/>
              <a:t>)</a:t>
            </a:r>
          </a:p>
          <a:p>
            <a:r>
              <a:rPr lang="ru-RU" dirty="0" smtClean="0"/>
              <a:t>```</a:t>
            </a:r>
            <a:r>
              <a:rPr lang="ru-RU" dirty="0" err="1" smtClean="0"/>
              <a:t>bash</a:t>
            </a:r>
            <a:endParaRPr lang="ru-RU" dirty="0" smtClean="0"/>
          </a:p>
          <a:p>
            <a:r>
              <a:rPr lang="ru-RU" dirty="0" err="1" smtClean="0"/>
              <a:t>cat</a:t>
            </a:r>
            <a:r>
              <a:rPr lang="ru-RU" dirty="0" smtClean="0"/>
              <a:t> ~/gitnsu.pub &gt;&gt;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r>
              <a:rPr lang="ru-RU" dirty="0" smtClean="0"/>
              <a:t>  # Добавление ключа для входа на шлюз</a:t>
            </a:r>
          </a:p>
          <a:p>
            <a:r>
              <a:rPr lang="ru-RU" dirty="0" err="1" smtClean="0"/>
              <a:t>chmod</a:t>
            </a:r>
            <a:r>
              <a:rPr lang="ru-RU" dirty="0" smtClean="0"/>
              <a:t> 600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r>
              <a:rPr lang="ru-RU" dirty="0" smtClean="0"/>
              <a:t>            # Установка безопасных прав</a:t>
            </a:r>
          </a:p>
          <a:p>
            <a:r>
              <a:rPr lang="ru-RU" dirty="0" err="1" smtClean="0"/>
              <a:t>scp</a:t>
            </a:r>
            <a:r>
              <a:rPr lang="ru-RU" dirty="0" smtClean="0"/>
              <a:t> ~/gitnsu.pub i.kozulin@10.4.0.68:~/gitnsu.pub  # Передача ключа на </a:t>
            </a:r>
            <a:r>
              <a:rPr lang="ru-RU" dirty="0" err="1" smtClean="0"/>
              <a:t>Solaris</a:t>
            </a:r>
            <a:r>
              <a:rPr lang="ru-RU" dirty="0" smtClean="0"/>
              <a:t> (по паролю)</a:t>
            </a:r>
          </a:p>
          <a:p>
            <a:r>
              <a:rPr lang="ru-RU" dirty="0" smtClean="0"/>
              <a:t>```</a:t>
            </a:r>
          </a:p>
          <a:p>
            <a:endParaRPr lang="ru-RU" dirty="0" smtClean="0"/>
          </a:p>
          <a:p>
            <a:r>
              <a:rPr lang="ru-RU" dirty="0" smtClean="0"/>
              <a:t>### 3. На </a:t>
            </a:r>
            <a:r>
              <a:rPr lang="ru-RU" dirty="0" err="1" smtClean="0"/>
              <a:t>Solaris</a:t>
            </a:r>
            <a:r>
              <a:rPr lang="ru-RU" dirty="0" smtClean="0"/>
              <a:t> (10.4.0.68)</a:t>
            </a:r>
          </a:p>
          <a:p>
            <a:r>
              <a:rPr lang="ru-RU" dirty="0" smtClean="0"/>
              <a:t>```</a:t>
            </a:r>
            <a:r>
              <a:rPr lang="ru-RU" dirty="0" err="1" smtClean="0"/>
              <a:t>bash</a:t>
            </a:r>
            <a:endParaRPr lang="ru-RU" dirty="0" smtClean="0"/>
          </a:p>
          <a:p>
            <a:r>
              <a:rPr lang="ru-RU" dirty="0" err="1" smtClean="0"/>
              <a:t>mkdir</a:t>
            </a:r>
            <a:r>
              <a:rPr lang="ru-RU" dirty="0" smtClean="0"/>
              <a:t> -p ~/.</a:t>
            </a:r>
            <a:r>
              <a:rPr lang="ru-RU" dirty="0" err="1" smtClean="0"/>
              <a:t>ssh</a:t>
            </a:r>
            <a:r>
              <a:rPr lang="ru-RU" dirty="0" smtClean="0"/>
              <a:t>                             # Создание папки для ключей</a:t>
            </a:r>
          </a:p>
          <a:p>
            <a:r>
              <a:rPr lang="ru-RU" dirty="0" err="1" smtClean="0"/>
              <a:t>cat</a:t>
            </a:r>
            <a:r>
              <a:rPr lang="ru-RU" dirty="0" smtClean="0"/>
              <a:t> ~/gitnsu.pub &gt;&gt;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r>
              <a:rPr lang="ru-RU" dirty="0" smtClean="0"/>
              <a:t>  # Разрешение входа по ключу </a:t>
            </a:r>
            <a:r>
              <a:rPr lang="ru-RU" dirty="0" err="1" smtClean="0"/>
              <a:t>gitnsu</a:t>
            </a:r>
            <a:endParaRPr lang="ru-RU" dirty="0" smtClean="0"/>
          </a:p>
          <a:p>
            <a:r>
              <a:rPr lang="ru-RU" dirty="0" err="1" smtClean="0"/>
              <a:t>chmod</a:t>
            </a:r>
            <a:r>
              <a:rPr lang="ru-RU" dirty="0" smtClean="0"/>
              <a:t> 700 ~/.</a:t>
            </a:r>
            <a:r>
              <a:rPr lang="ru-RU" dirty="0" err="1" smtClean="0"/>
              <a:t>ssh</a:t>
            </a:r>
            <a:r>
              <a:rPr lang="ru-RU" dirty="0" smtClean="0"/>
              <a:t> &amp;&amp; </a:t>
            </a:r>
            <a:r>
              <a:rPr lang="ru-RU" dirty="0" err="1" smtClean="0"/>
              <a:t>chmod</a:t>
            </a:r>
            <a:r>
              <a:rPr lang="ru-RU" dirty="0" smtClean="0"/>
              <a:t> 600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r>
              <a:rPr lang="ru-RU" dirty="0" smtClean="0"/>
              <a:t>  # Настройка прав доступа</a:t>
            </a:r>
          </a:p>
          <a:p>
            <a:endParaRPr lang="ru-RU" dirty="0" smtClean="0"/>
          </a:p>
          <a:p>
            <a:r>
              <a:rPr lang="ru-RU" dirty="0" err="1" smtClean="0"/>
              <a:t>ssh-keygen</a:t>
            </a:r>
            <a:r>
              <a:rPr lang="ru-RU" dirty="0" smtClean="0"/>
              <a:t> -t </a:t>
            </a:r>
            <a:r>
              <a:rPr lang="ru-RU" dirty="0" err="1" smtClean="0"/>
              <a:t>rsa</a:t>
            </a:r>
            <a:r>
              <a:rPr lang="ru-RU" dirty="0" smtClean="0"/>
              <a:t> -f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r>
              <a:rPr lang="ru-RU" dirty="0" smtClean="0"/>
              <a:t>         # Создание нового ключа специально для </a:t>
            </a:r>
            <a:r>
              <a:rPr lang="ru-RU" dirty="0" err="1" smtClean="0"/>
              <a:t>GitHub</a:t>
            </a:r>
            <a:endParaRPr lang="ru-RU" dirty="0" smtClean="0"/>
          </a:p>
          <a:p>
            <a:r>
              <a:rPr lang="ru-RU" dirty="0" err="1" smtClean="0"/>
              <a:t>cat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/Solaris.pub &gt;&gt;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authorized_keys</a:t>
            </a:r>
            <a:r>
              <a:rPr lang="ru-RU" dirty="0" smtClean="0"/>
              <a:t>  # Разрешение входа по новому ключу</a:t>
            </a:r>
          </a:p>
          <a:p>
            <a:endParaRPr lang="ru-RU" dirty="0" smtClean="0"/>
          </a:p>
          <a:p>
            <a:r>
              <a:rPr lang="ru-RU" dirty="0" smtClean="0"/>
              <a:t># Настройка SSH-клиента для автоматического использования ключа </a:t>
            </a:r>
            <a:r>
              <a:rPr lang="ru-RU" dirty="0" err="1" smtClean="0"/>
              <a:t>Solaris</a:t>
            </a:r>
            <a:endParaRPr lang="ru-RU" dirty="0" smtClean="0"/>
          </a:p>
          <a:p>
            <a:r>
              <a:rPr lang="ru-RU" dirty="0" err="1" smtClean="0"/>
              <a:t>nano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config</a:t>
            </a:r>
            <a:r>
              <a:rPr lang="ru-RU" dirty="0" smtClean="0"/>
              <a:t> </a:t>
            </a:r>
          </a:p>
          <a:p>
            <a:r>
              <a:rPr lang="ru-RU" dirty="0" smtClean="0"/>
              <a:t># Содержимое файла </a:t>
            </a:r>
            <a:r>
              <a:rPr lang="ru-RU" dirty="0" err="1" smtClean="0"/>
              <a:t>config</a:t>
            </a:r>
            <a:r>
              <a:rPr lang="ru-RU" dirty="0" smtClean="0"/>
              <a:t>:</a:t>
            </a:r>
          </a:p>
          <a:p>
            <a:r>
              <a:rPr lang="ru-RU" dirty="0" smtClean="0"/>
              <a:t># </a:t>
            </a:r>
            <a:r>
              <a:rPr lang="ru-RU" dirty="0" err="1" smtClean="0"/>
              <a:t>Host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endParaRPr lang="ru-RU" dirty="0" smtClean="0"/>
          </a:p>
          <a:p>
            <a:r>
              <a:rPr lang="ru-RU" dirty="0" smtClean="0"/>
              <a:t>#     </a:t>
            </a:r>
            <a:r>
              <a:rPr lang="ru-RU" dirty="0" err="1" smtClean="0"/>
              <a:t>HostName</a:t>
            </a:r>
            <a:r>
              <a:rPr lang="ru-RU" dirty="0" smtClean="0"/>
              <a:t> 10.4.0.68</a:t>
            </a:r>
          </a:p>
          <a:p>
            <a:r>
              <a:rPr lang="ru-RU" dirty="0" smtClean="0"/>
              <a:t>#     </a:t>
            </a:r>
            <a:r>
              <a:rPr lang="ru-RU" dirty="0" err="1" smtClean="0"/>
              <a:t>User</a:t>
            </a:r>
            <a:r>
              <a:rPr lang="ru-RU" dirty="0" smtClean="0"/>
              <a:t> </a:t>
            </a:r>
            <a:r>
              <a:rPr lang="ru-RU" dirty="0" err="1" smtClean="0"/>
              <a:t>i.kozulin</a:t>
            </a:r>
            <a:endParaRPr lang="ru-RU" dirty="0" smtClean="0"/>
          </a:p>
          <a:p>
            <a:r>
              <a:rPr lang="ru-RU" dirty="0" smtClean="0"/>
              <a:t>#     </a:t>
            </a:r>
            <a:r>
              <a:rPr lang="ru-RU" dirty="0" err="1" smtClean="0"/>
              <a:t>IdentityFile</a:t>
            </a:r>
            <a:r>
              <a:rPr lang="ru-RU" dirty="0" smtClean="0"/>
              <a:t>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# Настройка </a:t>
            </a:r>
            <a:r>
              <a:rPr lang="ru-RU" dirty="0" err="1" smtClean="0"/>
              <a:t>Git</a:t>
            </a:r>
            <a:endParaRPr lang="ru-RU" dirty="0" smtClean="0"/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user.name "</a:t>
            </a:r>
            <a:r>
              <a:rPr lang="ru-RU" dirty="0" err="1" smtClean="0"/>
              <a:t>Igor</a:t>
            </a:r>
            <a:r>
              <a:rPr lang="ru-RU" dirty="0" smtClean="0"/>
              <a:t> </a:t>
            </a:r>
            <a:r>
              <a:rPr lang="ru-RU" dirty="0" err="1" smtClean="0"/>
              <a:t>Kozulin</a:t>
            </a:r>
            <a:r>
              <a:rPr lang="ru-RU" dirty="0" smtClean="0"/>
              <a:t>"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</a:t>
            </a:r>
            <a:r>
              <a:rPr lang="ru-RU" dirty="0" err="1" smtClean="0"/>
              <a:t>user.email</a:t>
            </a:r>
            <a:r>
              <a:rPr lang="ru-RU" dirty="0" smtClean="0"/>
              <a:t> "i.kozulin@g.nsu.ru"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config</a:t>
            </a:r>
            <a:r>
              <a:rPr lang="ru-RU" dirty="0" smtClean="0"/>
              <a:t> --</a:t>
            </a:r>
            <a:r>
              <a:rPr lang="ru-RU" dirty="0" err="1" smtClean="0"/>
              <a:t>global</a:t>
            </a:r>
            <a:r>
              <a:rPr lang="ru-RU" dirty="0" smtClean="0"/>
              <a:t> </a:t>
            </a:r>
            <a:r>
              <a:rPr lang="ru-RU" dirty="0" err="1" smtClean="0"/>
              <a:t>core.sshCommand</a:t>
            </a:r>
            <a:r>
              <a:rPr lang="ru-RU" dirty="0" smtClean="0"/>
              <a:t> "</a:t>
            </a:r>
            <a:r>
              <a:rPr lang="ru-RU" dirty="0" err="1" smtClean="0"/>
              <a:t>ssh</a:t>
            </a:r>
            <a:r>
              <a:rPr lang="ru-RU" dirty="0" smtClean="0"/>
              <a:t> -i ~/.</a:t>
            </a:r>
            <a:r>
              <a:rPr lang="ru-RU" dirty="0" err="1" smtClean="0"/>
              <a:t>ssh</a:t>
            </a:r>
            <a:r>
              <a:rPr lang="ru-RU" dirty="0" smtClean="0"/>
              <a:t>/</a:t>
            </a:r>
            <a:r>
              <a:rPr lang="ru-RU" dirty="0" err="1" smtClean="0"/>
              <a:t>Solaris</a:t>
            </a:r>
            <a:r>
              <a:rPr lang="ru-RU" dirty="0" smtClean="0"/>
              <a:t>"</a:t>
            </a:r>
          </a:p>
          <a:p>
            <a:endParaRPr lang="ru-RU" dirty="0" smtClean="0"/>
          </a:p>
          <a:p>
            <a:r>
              <a:rPr lang="ru-RU" dirty="0" smtClean="0"/>
              <a:t># Клонирование и смена протокола на SSH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clone</a:t>
            </a:r>
            <a:r>
              <a:rPr lang="ru-RU" dirty="0" smtClean="0"/>
              <a:t> https://github.com/IgorKozulin/MyOSTest.git</a:t>
            </a:r>
          </a:p>
          <a:p>
            <a:r>
              <a:rPr lang="ru-RU" dirty="0" err="1" smtClean="0"/>
              <a:t>cd</a:t>
            </a:r>
            <a:r>
              <a:rPr lang="ru-RU" dirty="0" smtClean="0"/>
              <a:t> </a:t>
            </a:r>
            <a:r>
              <a:rPr lang="ru-RU" dirty="0" err="1" smtClean="0"/>
              <a:t>MyOSTest</a:t>
            </a:r>
            <a:endParaRPr lang="ru-RU" dirty="0" smtClean="0"/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remote</a:t>
            </a:r>
            <a:r>
              <a:rPr lang="ru-RU" dirty="0" smtClean="0"/>
              <a:t> </a:t>
            </a:r>
            <a:r>
              <a:rPr lang="ru-RU" dirty="0" err="1" smtClean="0"/>
              <a:t>set-url</a:t>
            </a:r>
            <a:r>
              <a:rPr lang="ru-RU" dirty="0" smtClean="0"/>
              <a:t> </a:t>
            </a:r>
            <a:r>
              <a:rPr lang="ru-RU" dirty="0" err="1" smtClean="0"/>
              <a:t>origin</a:t>
            </a:r>
            <a:r>
              <a:rPr lang="ru-RU" dirty="0" smtClean="0"/>
              <a:t> </a:t>
            </a:r>
            <a:r>
              <a:rPr lang="ru-RU" dirty="0" err="1" smtClean="0"/>
              <a:t>git@github.com:IgorKozulin</a:t>
            </a:r>
            <a:r>
              <a:rPr lang="ru-RU" dirty="0" smtClean="0"/>
              <a:t>/</a:t>
            </a:r>
            <a:r>
              <a:rPr lang="ru-RU" dirty="0" err="1" smtClean="0"/>
              <a:t>MyOSTest.git</a:t>
            </a:r>
            <a:endParaRPr lang="ru-RU" dirty="0" smtClean="0"/>
          </a:p>
          <a:p>
            <a:r>
              <a:rPr lang="ru-RU" dirty="0" smtClean="0"/>
              <a:t>```</a:t>
            </a:r>
          </a:p>
          <a:p>
            <a:endParaRPr lang="ru-RU" dirty="0" smtClean="0"/>
          </a:p>
          <a:p>
            <a:r>
              <a:rPr lang="ru-RU" dirty="0" smtClean="0"/>
              <a:t>### 4. На </a:t>
            </a:r>
            <a:r>
              <a:rPr lang="ru-RU" dirty="0" err="1" smtClean="0"/>
              <a:t>GitHub</a:t>
            </a:r>
            <a:r>
              <a:rPr lang="ru-RU" dirty="0" smtClean="0"/>
              <a:t> (веб-интерфейс)</a:t>
            </a:r>
          </a:p>
          <a:p>
            <a:r>
              <a:rPr lang="ru-RU" dirty="0" smtClean="0"/>
              <a:t>*   Добавить содержимое `~/.</a:t>
            </a:r>
            <a:r>
              <a:rPr lang="ru-RU" dirty="0" err="1" smtClean="0"/>
              <a:t>ssh</a:t>
            </a:r>
            <a:r>
              <a:rPr lang="ru-RU" dirty="0" smtClean="0"/>
              <a:t>/Solaris.pub` в раздел **</a:t>
            </a:r>
            <a:r>
              <a:rPr lang="ru-RU" dirty="0" err="1" smtClean="0"/>
              <a:t>Settings</a:t>
            </a:r>
            <a:r>
              <a:rPr lang="ru-RU" dirty="0" smtClean="0"/>
              <a:t> → SSH </a:t>
            </a:r>
            <a:r>
              <a:rPr lang="ru-RU" dirty="0" err="1" smtClean="0"/>
              <a:t>and</a:t>
            </a:r>
            <a:r>
              <a:rPr lang="ru-RU" dirty="0" smtClean="0"/>
              <a:t> GPG </a:t>
            </a:r>
            <a:r>
              <a:rPr lang="ru-RU" dirty="0" err="1" smtClean="0"/>
              <a:t>keys</a:t>
            </a:r>
            <a:r>
              <a:rPr lang="ru-RU" dirty="0" smtClean="0"/>
              <a:t>**.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5122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764" y="139184"/>
            <a:ext cx="4351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Теперь можно работать с кодом на </a:t>
            </a:r>
            <a:r>
              <a:rPr lang="ru-RU" dirty="0" err="1" smtClean="0"/>
              <a:t>Solaris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28764" y="50851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echo</a:t>
            </a:r>
            <a:r>
              <a:rPr lang="ru-RU" dirty="0" smtClean="0"/>
              <a:t> "</a:t>
            </a:r>
            <a:r>
              <a:rPr lang="ru-RU" dirty="0" err="1" smtClean="0"/>
              <a:t>Hello</a:t>
            </a:r>
            <a:r>
              <a:rPr lang="ru-RU" dirty="0" smtClean="0"/>
              <a:t> </a:t>
            </a:r>
            <a:r>
              <a:rPr lang="ru-RU" dirty="0" err="1" smtClean="0"/>
              <a:t>from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r>
              <a:rPr lang="ru-RU" dirty="0" smtClean="0"/>
              <a:t>" &gt; test.txt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add</a:t>
            </a:r>
            <a:r>
              <a:rPr lang="ru-RU" dirty="0" smtClean="0"/>
              <a:t> test.txt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commit</a:t>
            </a:r>
            <a:r>
              <a:rPr lang="ru-RU" dirty="0" smtClean="0"/>
              <a:t> -m "</a:t>
            </a:r>
            <a:r>
              <a:rPr lang="ru-RU" dirty="0" smtClean="0"/>
              <a:t> </a:t>
            </a:r>
            <a:r>
              <a:rPr lang="ru-RU" dirty="0" err="1" smtClean="0"/>
              <a:t>Hello</a:t>
            </a:r>
            <a:r>
              <a:rPr lang="ru-RU" dirty="0" smtClean="0"/>
              <a:t> </a:t>
            </a:r>
            <a:r>
              <a:rPr lang="ru-RU" dirty="0" err="1" smtClean="0"/>
              <a:t>from</a:t>
            </a:r>
            <a:r>
              <a:rPr lang="ru-RU" dirty="0" smtClean="0"/>
              <a:t> </a:t>
            </a:r>
            <a:r>
              <a:rPr lang="ru-RU" dirty="0" err="1" smtClean="0"/>
              <a:t>Solaris</a:t>
            </a:r>
            <a:r>
              <a:rPr lang="ru-RU" dirty="0" smtClean="0"/>
              <a:t> </a:t>
            </a:r>
            <a:r>
              <a:rPr lang="en-US" dirty="0" smtClean="0"/>
              <a:t>and </a:t>
            </a:r>
            <a:r>
              <a:rPr lang="en-US" dirty="0"/>
              <a:t>a</a:t>
            </a:r>
            <a:r>
              <a:rPr lang="ru-RU" dirty="0" err="1" smtClean="0"/>
              <a:t>dd</a:t>
            </a:r>
            <a:r>
              <a:rPr lang="ru-RU" dirty="0" smtClean="0"/>
              <a:t> </a:t>
            </a:r>
            <a:r>
              <a:rPr lang="ru-RU" dirty="0" err="1" smtClean="0"/>
              <a:t>test</a:t>
            </a:r>
            <a:r>
              <a:rPr lang="ru-RU" dirty="0" smtClean="0"/>
              <a:t> </a:t>
            </a:r>
            <a:r>
              <a:rPr lang="ru-RU" dirty="0" err="1" smtClean="0"/>
              <a:t>file</a:t>
            </a:r>
            <a:r>
              <a:rPr lang="ru-RU" dirty="0" smtClean="0"/>
              <a:t>"</a:t>
            </a:r>
          </a:p>
          <a:p>
            <a:r>
              <a:rPr lang="ru-RU" dirty="0" err="1" smtClean="0"/>
              <a:t>git</a:t>
            </a:r>
            <a:r>
              <a:rPr lang="ru-RU" dirty="0" smtClean="0"/>
              <a:t> </a:t>
            </a:r>
            <a:r>
              <a:rPr lang="ru-RU" dirty="0" err="1" smtClean="0"/>
              <a:t>push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8800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2404</Words>
  <Application>Microsoft Office PowerPoint</Application>
  <PresentationFormat>Широкоэкранный</PresentationFormat>
  <Paragraphs>317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Mona Sans VF</vt:lpstr>
      <vt:lpstr>Monaspace Neon</vt:lpstr>
      <vt:lpstr>system-ui</vt:lpstr>
      <vt:lpstr>ui-monospace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91</cp:revision>
  <dcterms:created xsi:type="dcterms:W3CDTF">2026-09-07T13:22:35Z</dcterms:created>
  <dcterms:modified xsi:type="dcterms:W3CDTF">2026-09-07T15:59:06Z</dcterms:modified>
</cp:coreProperties>
</file>